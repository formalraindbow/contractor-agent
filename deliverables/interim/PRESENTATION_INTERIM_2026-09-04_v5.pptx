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4"/>
  </p:notesMasterIdLst>
  <p:sldIdLst>
    <p:sldId id="256" r:id="rId2"/>
    <p:sldId id="261" r:id="rId3"/>
    <p:sldId id="264" r:id="rId6"/>
    <p:sldId id="271" r:id="rId5"/>
    <p:sldId id="273" r:id="rId7"/>
    <p:sldId id="259" r:id="rId8"/>
    <p:sldId id="266" r:id="rId9"/>
    <p:sldId id="280" r:id="rId10"/>
    <p:sldId id="282" r:id="rId11"/>
    <p:sldId id="281" r:id="rId12"/>
    <p:sldId id="27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38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1"/>
  </p:normalViewPr>
  <p:slideViewPr>
    <p:cSldViewPr snapToGrid="0">
      <p:cViewPr varScale="1">
        <p:scale>
          <a:sx n="116" d="100"/>
          <a:sy n="116" d="100"/>
        </p:scale>
        <p:origin x="32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1eb2014fdb4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1eb2014fdb4_1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1eb205fd2b6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1eb205fd2b6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1eb205fd2b6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1eb205fd2b6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1eb205fd2b6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1eb205fd2b6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1eb2014fdb4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1eb2014fdb4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1eb205fd2b6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1eb205fd2b6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1eb205fd2b6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1eb205fd2b6_0_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mania.com/questions-powerpoint-google-slides/can-i-use-these-templates/" TargetMode="External"/><Relationship Id="rId3" Type="http://schemas.openxmlformats.org/officeDocument/2006/relationships/hyperlink" Target="https://www.facebook.com/SlidesManiaSM/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twitter.com/SlidesManiaSM/" TargetMode="External"/><Relationship Id="rId6" Type="http://schemas.openxmlformats.org/officeDocument/2006/relationships/image" Target="../media/image2.png"/><Relationship Id="rId7" Type="http://schemas.openxmlformats.org/officeDocument/2006/relationships/hyperlink" Target="https://www.pinterest.com/slidesmania/" TargetMode="External"/><Relationship Id="rId8" Type="http://schemas.openxmlformats.org/officeDocument/2006/relationships/image" Target="../media/image3.png"/><Relationship Id="rId9" Type="http://schemas.openxmlformats.org/officeDocument/2006/relationships/hyperlink" Target="https://www.instagram.com/slidesmania/" TargetMode="External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2"/>
          <p:cNvGrpSpPr/>
          <p:nvPr/>
        </p:nvGrpSpPr>
        <p:grpSpPr>
          <a:xfrm>
            <a:off x="5816035" y="-27948"/>
            <a:ext cx="6375876" cy="6911067"/>
            <a:chOff x="3744151" y="3553"/>
            <a:chExt cx="4037153" cy="4376032"/>
          </a:xfrm>
        </p:grpSpPr>
        <p:sp>
          <p:nvSpPr>
            <p:cNvPr id="13" name="Google Shape;13;p2"/>
            <p:cNvSpPr/>
            <p:nvPr/>
          </p:nvSpPr>
          <p:spPr>
            <a:xfrm>
              <a:off x="3746964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744887" y="345147"/>
              <a:ext cx="4036417" cy="4993"/>
            </a:xfrm>
            <a:custGeom>
              <a:avLst/>
              <a:gdLst/>
              <a:ahLst/>
              <a:cxnLst/>
              <a:rect l="l" t="t" r="r" b="b"/>
              <a:pathLst>
                <a:path w="4036417" h="4993" extrusionOk="0">
                  <a:moveTo>
                    <a:pt x="4036418" y="499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088007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744616" y="1686181"/>
              <a:ext cx="4036446" cy="4991"/>
            </a:xfrm>
            <a:custGeom>
              <a:avLst/>
              <a:gdLst/>
              <a:ahLst/>
              <a:cxnLst/>
              <a:rect l="l" t="t" r="r" b="b"/>
              <a:pathLst>
                <a:path w="4036446" h="4991" extrusionOk="0">
                  <a:moveTo>
                    <a:pt x="4036446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29029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744349" y="3027212"/>
              <a:ext cx="4036429" cy="4995"/>
            </a:xfrm>
            <a:custGeom>
              <a:avLst/>
              <a:gdLst/>
              <a:ahLst/>
              <a:cxnLst/>
              <a:rect l="l" t="t" r="r" b="b"/>
              <a:pathLst>
                <a:path w="4036429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417475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744754" y="1015662"/>
              <a:ext cx="4036430" cy="4995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758498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744483" y="2356696"/>
              <a:ext cx="4036417" cy="4995"/>
            </a:xfrm>
            <a:custGeom>
              <a:avLst/>
              <a:gdLst/>
              <a:ahLst/>
              <a:cxnLst/>
              <a:rect l="l" t="t" r="r" b="b"/>
              <a:pathLst>
                <a:path w="4036417" h="4995" extrusionOk="0">
                  <a:moveTo>
                    <a:pt x="4036418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099561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744216" y="3697731"/>
              <a:ext cx="4036442" cy="4991"/>
            </a:xfrm>
            <a:custGeom>
              <a:avLst/>
              <a:gdLst/>
              <a:ahLst/>
              <a:cxnLst/>
              <a:rect l="l" t="t" r="r" b="b"/>
              <a:pathLst>
                <a:path w="4036442" h="4991" extrusionOk="0">
                  <a:moveTo>
                    <a:pt x="4036442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082210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744819" y="680404"/>
              <a:ext cx="4036445" cy="4995"/>
            </a:xfrm>
            <a:custGeom>
              <a:avLst/>
              <a:gdLst/>
              <a:ahLst/>
              <a:cxnLst/>
              <a:rect l="l" t="t" r="r" b="b"/>
              <a:pathLst>
                <a:path w="4036445" h="4995" extrusionOk="0">
                  <a:moveTo>
                    <a:pt x="403644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423272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744551" y="2021439"/>
              <a:ext cx="4036430" cy="4995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764295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44284" y="3362473"/>
              <a:ext cx="4036454" cy="4991"/>
            </a:xfrm>
            <a:custGeom>
              <a:avLst/>
              <a:gdLst/>
              <a:ahLst/>
              <a:cxnLst/>
              <a:rect l="l" t="t" r="r" b="b"/>
              <a:pathLst>
                <a:path w="4036454" h="4991" extrusionOk="0">
                  <a:moveTo>
                    <a:pt x="4036455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752741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744685" y="1350924"/>
              <a:ext cx="4036417" cy="4991"/>
            </a:xfrm>
            <a:custGeom>
              <a:avLst/>
              <a:gdLst/>
              <a:ahLst/>
              <a:cxnLst/>
              <a:rect l="l" t="t" r="r" b="b"/>
              <a:pathLst>
                <a:path w="4036417" h="4991" extrusionOk="0">
                  <a:moveTo>
                    <a:pt x="4036418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093763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744418" y="2691954"/>
              <a:ext cx="4036441" cy="4995"/>
            </a:xfrm>
            <a:custGeom>
              <a:avLst/>
              <a:gdLst/>
              <a:ahLst/>
              <a:cxnLst/>
              <a:rect l="l" t="t" r="r" b="b"/>
              <a:pathLst>
                <a:path w="4036441" h="4995" extrusionOk="0">
                  <a:moveTo>
                    <a:pt x="4036442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434826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744151" y="4032989"/>
              <a:ext cx="4036426" cy="4995"/>
            </a:xfrm>
            <a:custGeom>
              <a:avLst/>
              <a:gdLst/>
              <a:ahLst/>
              <a:cxnLst/>
              <a:rect l="l" t="t" r="r" b="b"/>
              <a:pathLst>
                <a:path w="4036426" h="4995" extrusionOk="0">
                  <a:moveTo>
                    <a:pt x="403642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 rot="5400000">
            <a:off x="8471013" y="42272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938525" y="369679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" name="Google Shape;39;p2"/>
          <p:cNvSpPr/>
          <p:nvPr/>
        </p:nvSpPr>
        <p:spPr>
          <a:xfrm rot="5400000">
            <a:off x="7404313" y="316455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938525" y="2639783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" name="Google Shape;41;p2"/>
          <p:cNvSpPr txBox="1">
            <a:spLocks noGrp="1"/>
          </p:cNvSpPr>
          <p:nvPr>
            <p:ph type="ctrTitle"/>
          </p:nvPr>
        </p:nvSpPr>
        <p:spPr>
          <a:xfrm>
            <a:off x="386100" y="1432225"/>
            <a:ext cx="5033400" cy="3151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900"/>
              <a:buNone/>
              <a:defRPr sz="581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subTitle" idx="1"/>
          </p:nvPr>
        </p:nvSpPr>
        <p:spPr>
          <a:xfrm>
            <a:off x="386250" y="4632575"/>
            <a:ext cx="5033400" cy="793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43" name="Google Shape;43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938525" y="519425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" name="Google Shape;45;p2"/>
          <p:cNvSpPr/>
          <p:nvPr/>
        </p:nvSpPr>
        <p:spPr>
          <a:xfrm rot="5400000">
            <a:off x="7939275" y="1577975"/>
            <a:ext cx="26475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" name="Google Shape;46;p2"/>
          <p:cNvSpPr/>
          <p:nvPr/>
        </p:nvSpPr>
        <p:spPr>
          <a:xfrm rot="10800000">
            <a:off x="9000606" y="51663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 flipH="1">
            <a:off x="9000631" y="263912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 rot="10800000" flipH="1">
            <a:off x="7931388" y="263912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 rot="5400000" flipH="1">
            <a:off x="7931395" y="369148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 rot="-5400000" flipH="1">
            <a:off x="9000609" y="3696090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 rot="10800000">
            <a:off x="5824728" y="3692183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" name="Google Shape;52;p2"/>
          <p:cNvSpPr/>
          <p:nvPr/>
        </p:nvSpPr>
        <p:spPr>
          <a:xfrm rot="5400000">
            <a:off x="5301138" y="42272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" name="Google Shape;53;p2"/>
          <p:cNvSpPr/>
          <p:nvPr/>
        </p:nvSpPr>
        <p:spPr>
          <a:xfrm rot="10800000" flipH="1">
            <a:off x="5830750" y="369148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830800" y="581180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0060275" y="516575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" name="Google Shape;56;p2"/>
          <p:cNvSpPr/>
          <p:nvPr/>
        </p:nvSpPr>
        <p:spPr>
          <a:xfrm rot="5400000">
            <a:off x="10853600" y="78282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" name="Google Shape;57;p2"/>
          <p:cNvSpPr/>
          <p:nvPr/>
        </p:nvSpPr>
        <p:spPr>
          <a:xfrm rot="5400000">
            <a:off x="9801875" y="184422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885525" y="4744950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943475" y="4753100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" name="Google Shape;60;p2"/>
          <p:cNvSpPr/>
          <p:nvPr/>
        </p:nvSpPr>
        <p:spPr>
          <a:xfrm rot="-5400000">
            <a:off x="10860125" y="1317725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2"/>
          <p:cNvSpPr/>
          <p:nvPr/>
        </p:nvSpPr>
        <p:spPr>
          <a:xfrm rot="5400000" flipH="1">
            <a:off x="10068020" y="210903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9001425" y="5813900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" name="Google Shape;63;p2"/>
          <p:cNvSpPr/>
          <p:nvPr/>
        </p:nvSpPr>
        <p:spPr>
          <a:xfrm rot="10800000">
            <a:off x="9001428" y="58139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" name="Google Shape;64;p2"/>
          <p:cNvSpPr/>
          <p:nvPr/>
        </p:nvSpPr>
        <p:spPr>
          <a:xfrm rot="10800000" flipH="1">
            <a:off x="9001425" y="5813910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 rot="10800000">
            <a:off x="11131750" y="635100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3"/>
          <p:cNvGrpSpPr/>
          <p:nvPr/>
        </p:nvGrpSpPr>
        <p:grpSpPr>
          <a:xfrm>
            <a:off x="-25943" y="-27948"/>
            <a:ext cx="12217854" cy="6911067"/>
            <a:chOff x="-25943" y="-27948"/>
            <a:chExt cx="12217854" cy="6911067"/>
          </a:xfrm>
        </p:grpSpPr>
        <p:grpSp>
          <p:nvGrpSpPr>
            <p:cNvPr id="68" name="Google Shape;68;p3"/>
            <p:cNvGrpSpPr/>
            <p:nvPr/>
          </p:nvGrpSpPr>
          <p:grpSpPr>
            <a:xfrm>
              <a:off x="5816035" y="-27948"/>
              <a:ext cx="6375876" cy="6911067"/>
              <a:chOff x="3744151" y="3553"/>
              <a:chExt cx="4037153" cy="4376032"/>
            </a:xfrm>
          </p:grpSpPr>
          <p:sp>
            <p:nvSpPr>
              <p:cNvPr id="69" name="Google Shape;69;p3"/>
              <p:cNvSpPr/>
              <p:nvPr/>
            </p:nvSpPr>
            <p:spPr>
              <a:xfrm>
                <a:off x="3746964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3744887" y="345147"/>
                <a:ext cx="4036417" cy="4993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3" extrusionOk="0">
                    <a:moveTo>
                      <a:pt x="4036418" y="4994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5088007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3744616" y="1686181"/>
                <a:ext cx="4036446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6" h="4991" extrusionOk="0">
                    <a:moveTo>
                      <a:pt x="4036446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6429029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3744349" y="3027212"/>
                <a:ext cx="4036429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9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441747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3744754" y="1015662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5758498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3744483" y="2356696"/>
                <a:ext cx="4036417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5" extrusionOk="0">
                    <a:moveTo>
                      <a:pt x="4036418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09956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3744216" y="3697731"/>
                <a:ext cx="4036442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2" h="4991" extrusionOk="0">
                    <a:moveTo>
                      <a:pt x="4036442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4082210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3744819" y="680404"/>
                <a:ext cx="4036445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5" h="4995" extrusionOk="0">
                    <a:moveTo>
                      <a:pt x="403644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5423272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3744551" y="2021439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676429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3744284" y="3362473"/>
                <a:ext cx="4036454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54" h="4991" extrusionOk="0">
                    <a:moveTo>
                      <a:pt x="4036455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475274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3744685" y="1350924"/>
                <a:ext cx="4036417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1" extrusionOk="0">
                    <a:moveTo>
                      <a:pt x="4036418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6093763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3744418" y="2691954"/>
                <a:ext cx="4036441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1" h="4995" extrusionOk="0">
                    <a:moveTo>
                      <a:pt x="4036442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7434826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3744151" y="4032989"/>
                <a:ext cx="4036426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6" h="4995" extrusionOk="0">
                    <a:moveTo>
                      <a:pt x="403642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" name="Google Shape;93;p3"/>
            <p:cNvSpPr/>
            <p:nvPr/>
          </p:nvSpPr>
          <p:spPr>
            <a:xfrm>
              <a:off x="1061" y="511525"/>
              <a:ext cx="5812440" cy="7889"/>
            </a:xfrm>
            <a:custGeom>
              <a:avLst/>
              <a:gdLst/>
              <a:ahLst/>
              <a:cxnLst/>
              <a:rect l="l" t="t" r="r" b="b"/>
              <a:pathLst>
                <a:path w="4036417" h="4993" extrusionOk="0">
                  <a:moveTo>
                    <a:pt x="4036418" y="499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562512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671" y="2629421"/>
              <a:ext cx="5812482" cy="7886"/>
            </a:xfrm>
            <a:custGeom>
              <a:avLst/>
              <a:gdLst/>
              <a:ahLst/>
              <a:cxnLst/>
              <a:rect l="l" t="t" r="r" b="b"/>
              <a:pathLst>
                <a:path w="4036446" h="4991" extrusionOk="0">
                  <a:moveTo>
                    <a:pt x="4036446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3680388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286" y="4747312"/>
              <a:ext cx="5812458" cy="7892"/>
            </a:xfrm>
            <a:custGeom>
              <a:avLst/>
              <a:gdLst/>
              <a:ahLst/>
              <a:cxnLst/>
              <a:rect l="l" t="t" r="r" b="b"/>
              <a:pathLst>
                <a:path w="4036429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03541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870" y="1570470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2621418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479" y="3688366"/>
              <a:ext cx="5812440" cy="7892"/>
            </a:xfrm>
            <a:custGeom>
              <a:avLst/>
              <a:gdLst/>
              <a:ahLst/>
              <a:cxnLst/>
              <a:rect l="l" t="t" r="r" b="b"/>
              <a:pathLst>
                <a:path w="4036417" h="4995" extrusionOk="0">
                  <a:moveTo>
                    <a:pt x="4036418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4739359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95" y="5806263"/>
              <a:ext cx="5812476" cy="7886"/>
            </a:xfrm>
            <a:custGeom>
              <a:avLst/>
              <a:gdLst/>
              <a:ahLst/>
              <a:cxnLst/>
              <a:rect l="l" t="t" r="r" b="b"/>
              <a:pathLst>
                <a:path w="4036442" h="4991" extrusionOk="0">
                  <a:moveTo>
                    <a:pt x="4036442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-25943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963" y="1040997"/>
              <a:ext cx="5812481" cy="7892"/>
            </a:xfrm>
            <a:custGeom>
              <a:avLst/>
              <a:gdLst/>
              <a:ahLst/>
              <a:cxnLst/>
              <a:rect l="l" t="t" r="r" b="b"/>
              <a:pathLst>
                <a:path w="4036445" h="4995" extrusionOk="0">
                  <a:moveTo>
                    <a:pt x="403644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2091996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577" y="3158894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4209874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93" y="5276790"/>
              <a:ext cx="5812494" cy="7886"/>
            </a:xfrm>
            <a:custGeom>
              <a:avLst/>
              <a:gdLst/>
              <a:ahLst/>
              <a:cxnLst/>
              <a:rect l="l" t="t" r="r" b="b"/>
              <a:pathLst>
                <a:path w="4036454" h="4991" extrusionOk="0">
                  <a:moveTo>
                    <a:pt x="4036455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033026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770" y="2099949"/>
              <a:ext cx="5812440" cy="7886"/>
            </a:xfrm>
            <a:custGeom>
              <a:avLst/>
              <a:gdLst/>
              <a:ahLst/>
              <a:cxnLst/>
              <a:rect l="l" t="t" r="r" b="b"/>
              <a:pathLst>
                <a:path w="4036417" h="4991" extrusionOk="0">
                  <a:moveTo>
                    <a:pt x="4036418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3150902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386" y="4217839"/>
              <a:ext cx="5812475" cy="7892"/>
            </a:xfrm>
            <a:custGeom>
              <a:avLst/>
              <a:gdLst/>
              <a:ahLst/>
              <a:cxnLst/>
              <a:rect l="l" t="t" r="r" b="b"/>
              <a:pathLst>
                <a:path w="4036441" h="4995" extrusionOk="0">
                  <a:moveTo>
                    <a:pt x="4036442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5268843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1" y="6335736"/>
              <a:ext cx="5812453" cy="7892"/>
            </a:xfrm>
            <a:custGeom>
              <a:avLst/>
              <a:gdLst/>
              <a:ahLst/>
              <a:cxnLst/>
              <a:rect l="l" t="t" r="r" b="b"/>
              <a:pathLst>
                <a:path w="4036426" h="4995" extrusionOk="0">
                  <a:moveTo>
                    <a:pt x="403642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3"/>
          <p:cNvSpPr/>
          <p:nvPr/>
        </p:nvSpPr>
        <p:spPr>
          <a:xfrm>
            <a:off x="1377300" y="2027550"/>
            <a:ext cx="9437400" cy="402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1911300" y="2326725"/>
            <a:ext cx="8369400" cy="1812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8" name="Google Shape;118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3"/>
          <p:cNvSpPr txBox="1">
            <a:spLocks noGrp="1"/>
          </p:cNvSpPr>
          <p:nvPr>
            <p:ph type="body" idx="1"/>
          </p:nvPr>
        </p:nvSpPr>
        <p:spPr>
          <a:xfrm>
            <a:off x="1911300" y="4386075"/>
            <a:ext cx="8369400" cy="121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algn="ctr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7025" y="106264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1" name="Google Shape;121;p3"/>
          <p:cNvSpPr/>
          <p:nvPr/>
        </p:nvSpPr>
        <p:spPr>
          <a:xfrm rot="5400000">
            <a:off x="-527187" y="5304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2" name="Google Shape;122;p3"/>
          <p:cNvSpPr txBox="1">
            <a:spLocks noGrp="1"/>
          </p:cNvSpPr>
          <p:nvPr>
            <p:ph type="sldNum" idx="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3"/>
          <p:cNvSpPr/>
          <p:nvPr/>
        </p:nvSpPr>
        <p:spPr>
          <a:xfrm rot="5400000" flipH="1">
            <a:off x="-105" y="105733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 rot="10800000">
            <a:off x="6901" y="3241800"/>
            <a:ext cx="10599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" name="Google Shape;125;p3"/>
          <p:cNvSpPr/>
          <p:nvPr/>
        </p:nvSpPr>
        <p:spPr>
          <a:xfrm rot="5400000">
            <a:off x="-516562" y="377682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6" name="Google Shape;126;p3"/>
          <p:cNvSpPr/>
          <p:nvPr/>
        </p:nvSpPr>
        <p:spPr>
          <a:xfrm rot="10800000" flipH="1">
            <a:off x="13050" y="3241097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536675" y="58138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3"/>
          <p:cNvSpPr/>
          <p:nvPr/>
        </p:nvSpPr>
        <p:spPr>
          <a:xfrm rot="5400000">
            <a:off x="10853600" y="78282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3"/>
          <p:cNvSpPr/>
          <p:nvPr/>
        </p:nvSpPr>
        <p:spPr>
          <a:xfrm rot="5400000">
            <a:off x="10853600" y="237597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0" name="Google Shape;130;p3"/>
          <p:cNvSpPr/>
          <p:nvPr/>
        </p:nvSpPr>
        <p:spPr>
          <a:xfrm rot="-5400000">
            <a:off x="11391500" y="1838075"/>
            <a:ext cx="528900" cy="107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1" name="Google Shape;131;p3"/>
          <p:cNvSpPr/>
          <p:nvPr/>
        </p:nvSpPr>
        <p:spPr>
          <a:xfrm rot="5400000">
            <a:off x="11119057" y="210903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 rot="10800000">
            <a:off x="11131750" y="635100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11648750" y="5283450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2090175" y="-28000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p3"/>
          <p:cNvSpPr/>
          <p:nvPr/>
        </p:nvSpPr>
        <p:spPr>
          <a:xfrm rot="5400000">
            <a:off x="2883825" y="237700"/>
            <a:ext cx="10617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6" name="Google Shape;136;p3"/>
          <p:cNvSpPr/>
          <p:nvPr/>
        </p:nvSpPr>
        <p:spPr>
          <a:xfrm rot="10800000">
            <a:off x="3149431" y="-2794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>
            <a:spLocks noGrp="1"/>
          </p:cNvSpPr>
          <p:nvPr>
            <p:ph type="title"/>
          </p:nvPr>
        </p:nvSpPr>
        <p:spPr>
          <a:xfrm>
            <a:off x="821250" y="1020575"/>
            <a:ext cx="8894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"/>
          <p:cNvSpPr txBox="1">
            <a:spLocks noGrp="1"/>
          </p:cNvSpPr>
          <p:nvPr>
            <p:ph type="body" idx="1"/>
          </p:nvPr>
        </p:nvSpPr>
        <p:spPr>
          <a:xfrm>
            <a:off x="821250" y="1963844"/>
            <a:ext cx="8894400" cy="38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40" name="Google Shape;140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10621078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10616920" y="511525"/>
            <a:ext cx="1574203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10616814" y="2629421"/>
            <a:ext cx="1574214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10616710" y="4747312"/>
            <a:ext cx="1574207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11680016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10616868" y="1570470"/>
            <a:ext cx="1574208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10616762" y="3688366"/>
            <a:ext cx="1574203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10616658" y="5806263"/>
            <a:ext cx="1574212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1150532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10616893" y="1040997"/>
            <a:ext cx="1574214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10616789" y="3158894"/>
            <a:ext cx="1574208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10616684" y="5276790"/>
            <a:ext cx="1574217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10616841" y="2099949"/>
            <a:ext cx="1574203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10616737" y="4217839"/>
            <a:ext cx="1574212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10616633" y="6335736"/>
            <a:ext cx="1574206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 flipH="1">
            <a:off x="10610335" y="511538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4"/>
          <p:cNvSpPr/>
          <p:nvPr/>
        </p:nvSpPr>
        <p:spPr>
          <a:xfrm rot="-5400000" flipH="1">
            <a:off x="10342125" y="779743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8" name="Google Shape;158;p4"/>
          <p:cNvSpPr/>
          <p:nvPr/>
        </p:nvSpPr>
        <p:spPr>
          <a:xfrm rot="10800000" flipH="1">
            <a:off x="10607460" y="50874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 rot="5400000">
            <a:off x="11139988" y="36930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10607500" y="316259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1" name="Google Shape;161;p4"/>
          <p:cNvSpPr/>
          <p:nvPr/>
        </p:nvSpPr>
        <p:spPr>
          <a:xfrm rot="-5400000" flipH="1">
            <a:off x="11669584" y="3161890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 flipH="1">
            <a:off x="11669788" y="5812774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3" name="Google Shape;163;p4"/>
          <p:cNvSpPr/>
          <p:nvPr/>
        </p:nvSpPr>
        <p:spPr>
          <a:xfrm flipH="1">
            <a:off x="10611650" y="5276780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11137150" y="2105275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10610900" y="4218938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boxes">
  <p:cSld name="CUSTOM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>
            <a:spLocks noGrp="1"/>
          </p:cNvSpPr>
          <p:nvPr>
            <p:ph type="title"/>
          </p:nvPr>
        </p:nvSpPr>
        <p:spPr>
          <a:xfrm>
            <a:off x="1760438" y="620275"/>
            <a:ext cx="86712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5"/>
          <p:cNvSpPr txBox="1">
            <a:spLocks noGrp="1"/>
          </p:cNvSpPr>
          <p:nvPr>
            <p:ph type="subTitle" idx="1"/>
          </p:nvPr>
        </p:nvSpPr>
        <p:spPr>
          <a:xfrm>
            <a:off x="1760407" y="1757925"/>
            <a:ext cx="27540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9" name="Google Shape;169;p5"/>
          <p:cNvSpPr txBox="1">
            <a:spLocks noGrp="1"/>
          </p:cNvSpPr>
          <p:nvPr>
            <p:ph type="body" idx="2"/>
          </p:nvPr>
        </p:nvSpPr>
        <p:spPr>
          <a:xfrm>
            <a:off x="1760433" y="2474780"/>
            <a:ext cx="27540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70" name="Google Shape;170;p5"/>
          <p:cNvSpPr txBox="1">
            <a:spLocks noGrp="1"/>
          </p:cNvSpPr>
          <p:nvPr>
            <p:ph type="subTitle" idx="3"/>
          </p:nvPr>
        </p:nvSpPr>
        <p:spPr>
          <a:xfrm>
            <a:off x="4718940" y="1757925"/>
            <a:ext cx="27540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1" name="Google Shape;171;p5"/>
          <p:cNvSpPr txBox="1">
            <a:spLocks noGrp="1"/>
          </p:cNvSpPr>
          <p:nvPr>
            <p:ph type="body" idx="4"/>
          </p:nvPr>
        </p:nvSpPr>
        <p:spPr>
          <a:xfrm>
            <a:off x="4718965" y="2474780"/>
            <a:ext cx="27540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5"/>
          <p:cNvSpPr txBox="1">
            <a:spLocks noGrp="1"/>
          </p:cNvSpPr>
          <p:nvPr>
            <p:ph type="subTitle" idx="5"/>
          </p:nvPr>
        </p:nvSpPr>
        <p:spPr>
          <a:xfrm>
            <a:off x="7677492" y="1757925"/>
            <a:ext cx="27540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3" name="Google Shape;173;p5"/>
          <p:cNvSpPr txBox="1">
            <a:spLocks noGrp="1"/>
          </p:cNvSpPr>
          <p:nvPr>
            <p:ph type="body" idx="6"/>
          </p:nvPr>
        </p:nvSpPr>
        <p:spPr>
          <a:xfrm>
            <a:off x="7677517" y="2474780"/>
            <a:ext cx="27540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5"/>
          <p:cNvSpPr txBox="1">
            <a:spLocks noGrp="1"/>
          </p:cNvSpPr>
          <p:nvPr>
            <p:ph type="subTitle" idx="7"/>
          </p:nvPr>
        </p:nvSpPr>
        <p:spPr>
          <a:xfrm>
            <a:off x="1760360" y="4223071"/>
            <a:ext cx="27540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5" name="Google Shape;175;p5"/>
          <p:cNvSpPr txBox="1">
            <a:spLocks noGrp="1"/>
          </p:cNvSpPr>
          <p:nvPr>
            <p:ph type="body" idx="8"/>
          </p:nvPr>
        </p:nvSpPr>
        <p:spPr>
          <a:xfrm>
            <a:off x="1760385" y="4939927"/>
            <a:ext cx="27540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9"/>
          </p:nvPr>
        </p:nvSpPr>
        <p:spPr>
          <a:xfrm>
            <a:off x="4718892" y="4223071"/>
            <a:ext cx="27540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body" idx="13"/>
          </p:nvPr>
        </p:nvSpPr>
        <p:spPr>
          <a:xfrm>
            <a:off x="4718918" y="4939927"/>
            <a:ext cx="27540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14"/>
          </p:nvPr>
        </p:nvSpPr>
        <p:spPr>
          <a:xfrm>
            <a:off x="7677444" y="4223071"/>
            <a:ext cx="27540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body" idx="15"/>
          </p:nvPr>
        </p:nvSpPr>
        <p:spPr>
          <a:xfrm>
            <a:off x="7677470" y="4939927"/>
            <a:ext cx="27540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1140" y="511413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1069" y="2629307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999" y="4747197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1105" y="1570357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529426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1034" y="3688251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964" y="5806148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1122" y="1040884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3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1052" y="3158780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982" y="5276675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1087" y="2099836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1058910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1017" y="4217724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947" y="6335620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/>
          <p:nvPr/>
        </p:nvSpPr>
        <p:spPr>
          <a:xfrm rot="5400000">
            <a:off x="-523492" y="15746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6" name="Google Shape;196;p5"/>
          <p:cNvSpPr/>
          <p:nvPr/>
        </p:nvSpPr>
        <p:spPr>
          <a:xfrm rot="5400000" flipH="1">
            <a:off x="270157" y="34262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534907" y="5280138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5264" y="1044363"/>
            <a:ext cx="10614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9" name="Google Shape;199;p5"/>
          <p:cNvSpPr/>
          <p:nvPr/>
        </p:nvSpPr>
        <p:spPr>
          <a:xfrm rot="10800000" flipH="1">
            <a:off x="5332" y="104443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11154478" y="-27948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11150221" y="511525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11150150" y="2629420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11150079" y="4747310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11150186" y="1570469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11150115" y="3688364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11150044" y="5806260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11683932" y="-27948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11150203" y="1040996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11150133" y="3158893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11150062" y="5276787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11150168" y="2099948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11150098" y="4217837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11150027" y="6335733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/>
          <p:nvPr/>
        </p:nvSpPr>
        <p:spPr>
          <a:xfrm rot="-5400000">
            <a:off x="11420732" y="2537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5" name="Google Shape;215;p5"/>
          <p:cNvSpPr/>
          <p:nvPr/>
        </p:nvSpPr>
        <p:spPr>
          <a:xfrm rot="-5400000" flipH="1">
            <a:off x="10875525" y="779743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6" name="Google Shape;216;p5"/>
          <p:cNvSpPr/>
          <p:nvPr/>
        </p:nvSpPr>
        <p:spPr>
          <a:xfrm rot="10800000" flipH="1">
            <a:off x="11140860" y="50874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/>
          <p:nvPr/>
        </p:nvSpPr>
        <p:spPr>
          <a:xfrm flipH="1">
            <a:off x="11145050" y="5276780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11670550" y="2105275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11144300" y="4218938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title and text">
  <p:cSld name="CUSTOM_2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 rot="10800000">
            <a:off x="4231837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/>
          <p:nvPr/>
        </p:nvSpPr>
        <p:spPr>
          <a:xfrm rot="10800000">
            <a:off x="3671" y="6338709"/>
            <a:ext cx="4238238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 rot="10800000">
            <a:off x="2113927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 rot="10800000">
            <a:off x="3925" y="4220816"/>
            <a:ext cx="4238268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 rot="10800000">
            <a:off x="4223" y="2102919"/>
            <a:ext cx="4238250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/>
          <p:nvPr/>
        </p:nvSpPr>
        <p:spPr>
          <a:xfrm rot="10800000">
            <a:off x="3172899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 rot="10800000">
            <a:off x="3797" y="5279761"/>
            <a:ext cx="4238252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 rot="10800000">
            <a:off x="1055021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/>
          <p:nvPr/>
        </p:nvSpPr>
        <p:spPr>
          <a:xfrm rot="10800000">
            <a:off x="4095" y="3161865"/>
            <a:ext cx="4238238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/>
          <p:nvPr/>
        </p:nvSpPr>
        <p:spPr>
          <a:xfrm rot="10800000">
            <a:off x="4349" y="1043974"/>
            <a:ext cx="4238264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 rot="10800000">
            <a:off x="3702383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/>
          <p:nvPr/>
        </p:nvSpPr>
        <p:spPr>
          <a:xfrm rot="10800000">
            <a:off x="3713" y="5809234"/>
            <a:ext cx="42382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 rot="10800000">
            <a:off x="1584443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/>
          <p:nvPr/>
        </p:nvSpPr>
        <p:spPr>
          <a:xfrm rot="10800000">
            <a:off x="4010" y="3691337"/>
            <a:ext cx="4238252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/>
          <p:nvPr/>
        </p:nvSpPr>
        <p:spPr>
          <a:xfrm rot="10800000">
            <a:off x="4265" y="1573447"/>
            <a:ext cx="4238277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/>
          <p:nvPr/>
        </p:nvSpPr>
        <p:spPr>
          <a:xfrm rot="10800000">
            <a:off x="2643413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/>
          <p:nvPr/>
        </p:nvSpPr>
        <p:spPr>
          <a:xfrm rot="10800000">
            <a:off x="3883" y="4750288"/>
            <a:ext cx="4238238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/>
          <p:nvPr/>
        </p:nvSpPr>
        <p:spPr>
          <a:xfrm rot="10800000">
            <a:off x="525537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/>
          <p:nvPr/>
        </p:nvSpPr>
        <p:spPr>
          <a:xfrm rot="10800000">
            <a:off x="4138" y="2632392"/>
            <a:ext cx="4238263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/>
          <p:nvPr/>
        </p:nvSpPr>
        <p:spPr>
          <a:xfrm rot="10800000">
            <a:off x="4435" y="514494"/>
            <a:ext cx="4238247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 rot="-5400000">
            <a:off x="-2003" y="210201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2" name="Google Shape;242;p6"/>
          <p:cNvSpPr/>
          <p:nvPr/>
        </p:nvSpPr>
        <p:spPr>
          <a:xfrm rot="10800000">
            <a:off x="530485" y="263242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3" name="Google Shape;243;p6"/>
          <p:cNvSpPr/>
          <p:nvPr/>
        </p:nvSpPr>
        <p:spPr>
          <a:xfrm rot="-5400000">
            <a:off x="1064697" y="316466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4" name="Google Shape;244;p6"/>
          <p:cNvSpPr/>
          <p:nvPr/>
        </p:nvSpPr>
        <p:spPr>
          <a:xfrm rot="10800000">
            <a:off x="530485" y="368944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5" name="Google Shape;245;p6"/>
          <p:cNvSpPr/>
          <p:nvPr/>
        </p:nvSpPr>
        <p:spPr>
          <a:xfrm rot="10800000">
            <a:off x="530485" y="5808298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6" name="Google Shape;246;p6"/>
          <p:cNvSpPr/>
          <p:nvPr/>
        </p:nvSpPr>
        <p:spPr>
          <a:xfrm rot="-5400000">
            <a:off x="-528065" y="4749748"/>
            <a:ext cx="26475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527610" y="581120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/>
          <p:nvPr/>
        </p:nvSpPr>
        <p:spPr>
          <a:xfrm rot="10800000" flipH="1">
            <a:off x="527585" y="368871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/>
          <p:nvPr/>
        </p:nvSpPr>
        <p:spPr>
          <a:xfrm flipH="1">
            <a:off x="1596829" y="368871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"/>
          <p:cNvSpPr/>
          <p:nvPr/>
        </p:nvSpPr>
        <p:spPr>
          <a:xfrm rot="-5400000" flipH="1">
            <a:off x="1596822" y="2636351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/>
          <p:nvPr/>
        </p:nvSpPr>
        <p:spPr>
          <a:xfrm rot="5400000" flipH="1">
            <a:off x="527607" y="263174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2644282" y="263704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3" name="Google Shape;253;p6"/>
          <p:cNvSpPr/>
          <p:nvPr/>
        </p:nvSpPr>
        <p:spPr>
          <a:xfrm rot="-5400000">
            <a:off x="3167872" y="210201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4" name="Google Shape;254;p6"/>
          <p:cNvSpPr/>
          <p:nvPr/>
        </p:nvSpPr>
        <p:spPr>
          <a:xfrm flipH="1">
            <a:off x="3697467" y="2636350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"/>
          <p:cNvSpPr/>
          <p:nvPr/>
        </p:nvSpPr>
        <p:spPr>
          <a:xfrm rot="10800000">
            <a:off x="3697510" y="515923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6" name="Google Shape;256;p6"/>
          <p:cNvSpPr/>
          <p:nvPr/>
        </p:nvSpPr>
        <p:spPr>
          <a:xfrm rot="10800000">
            <a:off x="2643535" y="6327723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7" name="Google Shape;257;p6"/>
          <p:cNvSpPr/>
          <p:nvPr/>
        </p:nvSpPr>
        <p:spPr>
          <a:xfrm rot="-5400000">
            <a:off x="2908435" y="5022920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8" name="Google Shape;258;p6"/>
          <p:cNvSpPr/>
          <p:nvPr/>
        </p:nvSpPr>
        <p:spPr>
          <a:xfrm rot="10800000">
            <a:off x="2644285" y="273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9" name="Google Shape;259;p6"/>
          <p:cNvSpPr/>
          <p:nvPr/>
        </p:nvSpPr>
        <p:spPr>
          <a:xfrm rot="5400000">
            <a:off x="266250" y="256698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0" name="Google Shape;260;p6"/>
          <p:cNvSpPr/>
          <p:nvPr/>
        </p:nvSpPr>
        <p:spPr>
          <a:xfrm rot="10800000">
            <a:off x="1586335" y="-7877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1" name="Google Shape;261;p6"/>
          <p:cNvSpPr/>
          <p:nvPr/>
        </p:nvSpPr>
        <p:spPr>
          <a:xfrm rot="10800000">
            <a:off x="528385" y="-17177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2" name="Google Shape;262;p6"/>
          <p:cNvSpPr/>
          <p:nvPr/>
        </p:nvSpPr>
        <p:spPr>
          <a:xfrm flipH="1">
            <a:off x="526792" y="51392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3181285" y="5282295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4" name="Google Shape;264;p6"/>
          <p:cNvSpPr/>
          <p:nvPr/>
        </p:nvSpPr>
        <p:spPr>
          <a:xfrm rot="5400000" flipH="1">
            <a:off x="3173884" y="5281601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"/>
          <p:cNvSpPr txBox="1">
            <a:spLocks noGrp="1"/>
          </p:cNvSpPr>
          <p:nvPr>
            <p:ph type="title"/>
          </p:nvPr>
        </p:nvSpPr>
        <p:spPr>
          <a:xfrm>
            <a:off x="4985747" y="1733250"/>
            <a:ext cx="6200700" cy="1157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6"/>
          <p:cNvSpPr txBox="1">
            <a:spLocks noGrp="1"/>
          </p:cNvSpPr>
          <p:nvPr>
            <p:ph type="subTitle" idx="1"/>
          </p:nvPr>
        </p:nvSpPr>
        <p:spPr>
          <a:xfrm>
            <a:off x="4985725" y="2890617"/>
            <a:ext cx="62007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70" b="1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7" name="Google Shape;267;p6"/>
          <p:cNvSpPr txBox="1">
            <a:spLocks noGrp="1"/>
          </p:cNvSpPr>
          <p:nvPr>
            <p:ph type="body" idx="2"/>
          </p:nvPr>
        </p:nvSpPr>
        <p:spPr>
          <a:xfrm>
            <a:off x="4985759" y="3421322"/>
            <a:ext cx="62007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oxes">
  <p:cSld name="CUSTOM_1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 txBox="1">
            <a:spLocks noGrp="1"/>
          </p:cNvSpPr>
          <p:nvPr>
            <p:ph type="title"/>
          </p:nvPr>
        </p:nvSpPr>
        <p:spPr>
          <a:xfrm>
            <a:off x="1437263" y="520450"/>
            <a:ext cx="9317400" cy="872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7"/>
          <p:cNvSpPr txBox="1">
            <a:spLocks noGrp="1"/>
          </p:cNvSpPr>
          <p:nvPr>
            <p:ph type="subTitle" idx="1"/>
          </p:nvPr>
        </p:nvSpPr>
        <p:spPr>
          <a:xfrm>
            <a:off x="1437343" y="1781550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1" name="Google Shape;271;p7"/>
          <p:cNvSpPr txBox="1">
            <a:spLocks noGrp="1"/>
          </p:cNvSpPr>
          <p:nvPr>
            <p:ph type="body" idx="2"/>
          </p:nvPr>
        </p:nvSpPr>
        <p:spPr>
          <a:xfrm>
            <a:off x="1437384" y="2498405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algn="ctr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72" name="Google Shape;272;p7"/>
          <p:cNvSpPr txBox="1">
            <a:spLocks noGrp="1"/>
          </p:cNvSpPr>
          <p:nvPr>
            <p:ph type="subTitle" idx="3"/>
          </p:nvPr>
        </p:nvSpPr>
        <p:spPr>
          <a:xfrm>
            <a:off x="6262779" y="1781550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3" name="Google Shape;273;p7"/>
          <p:cNvSpPr txBox="1">
            <a:spLocks noGrp="1"/>
          </p:cNvSpPr>
          <p:nvPr>
            <p:ph type="body" idx="4"/>
          </p:nvPr>
        </p:nvSpPr>
        <p:spPr>
          <a:xfrm>
            <a:off x="6262827" y="2498405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algn="ctr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74" name="Google Shape;274;p7"/>
          <p:cNvSpPr txBox="1">
            <a:spLocks noGrp="1"/>
          </p:cNvSpPr>
          <p:nvPr>
            <p:ph type="subTitle" idx="5"/>
          </p:nvPr>
        </p:nvSpPr>
        <p:spPr>
          <a:xfrm>
            <a:off x="1437250" y="4094296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5" name="Google Shape;275;p7"/>
          <p:cNvSpPr txBox="1">
            <a:spLocks noGrp="1"/>
          </p:cNvSpPr>
          <p:nvPr>
            <p:ph type="body" idx="6"/>
          </p:nvPr>
        </p:nvSpPr>
        <p:spPr>
          <a:xfrm>
            <a:off x="1437306" y="4811152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algn="ctr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76" name="Google Shape;276;p7"/>
          <p:cNvSpPr txBox="1">
            <a:spLocks noGrp="1"/>
          </p:cNvSpPr>
          <p:nvPr>
            <p:ph type="body" idx="7"/>
          </p:nvPr>
        </p:nvSpPr>
        <p:spPr>
          <a:xfrm>
            <a:off x="6262750" y="4811152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algn="ctr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77" name="Google Shape;277;p7"/>
          <p:cNvSpPr txBox="1">
            <a:spLocks noGrp="1"/>
          </p:cNvSpPr>
          <p:nvPr>
            <p:ph type="subTitle" idx="8"/>
          </p:nvPr>
        </p:nvSpPr>
        <p:spPr>
          <a:xfrm>
            <a:off x="6262702" y="4094296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8" name="Google Shape;278;p7"/>
          <p:cNvSpPr/>
          <p:nvPr/>
        </p:nvSpPr>
        <p:spPr>
          <a:xfrm flipH="1">
            <a:off x="11155186" y="511413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7"/>
          <p:cNvSpPr/>
          <p:nvPr/>
        </p:nvSpPr>
        <p:spPr>
          <a:xfrm flipH="1">
            <a:off x="11155250" y="2629307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"/>
          <p:cNvSpPr/>
          <p:nvPr/>
        </p:nvSpPr>
        <p:spPr>
          <a:xfrm flipH="1">
            <a:off x="11155324" y="4747197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/>
          <p:nvPr/>
        </p:nvSpPr>
        <p:spPr>
          <a:xfrm flipH="1">
            <a:off x="11155217" y="1570357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"/>
          <p:cNvSpPr/>
          <p:nvPr/>
        </p:nvSpPr>
        <p:spPr>
          <a:xfrm flipH="1">
            <a:off x="11680064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"/>
          <p:cNvSpPr/>
          <p:nvPr/>
        </p:nvSpPr>
        <p:spPr>
          <a:xfrm flipH="1">
            <a:off x="11155292" y="3688251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/>
          <p:nvPr/>
        </p:nvSpPr>
        <p:spPr>
          <a:xfrm flipH="1">
            <a:off x="11155356" y="5806148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/>
          <p:nvPr/>
        </p:nvSpPr>
        <p:spPr>
          <a:xfrm flipH="1">
            <a:off x="11155196" y="1040884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"/>
          <p:cNvSpPr/>
          <p:nvPr/>
        </p:nvSpPr>
        <p:spPr>
          <a:xfrm flipH="1">
            <a:off x="12209487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/>
          <p:nvPr/>
        </p:nvSpPr>
        <p:spPr>
          <a:xfrm flipH="1">
            <a:off x="11155271" y="3158780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/>
          <p:nvPr/>
        </p:nvSpPr>
        <p:spPr>
          <a:xfrm flipH="1">
            <a:off x="11155335" y="5276675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/>
          <p:nvPr/>
        </p:nvSpPr>
        <p:spPr>
          <a:xfrm flipH="1">
            <a:off x="11155239" y="2099836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/>
          <p:nvPr/>
        </p:nvSpPr>
        <p:spPr>
          <a:xfrm flipH="1">
            <a:off x="11150580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/>
          <p:nvPr/>
        </p:nvSpPr>
        <p:spPr>
          <a:xfrm flipH="1">
            <a:off x="11155303" y="4217724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"/>
          <p:cNvSpPr/>
          <p:nvPr/>
        </p:nvSpPr>
        <p:spPr>
          <a:xfrm flipH="1">
            <a:off x="11155377" y="6335620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/>
          <p:nvPr/>
        </p:nvSpPr>
        <p:spPr>
          <a:xfrm rot="-5400000" flipH="1">
            <a:off x="11149678" y="15746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4" name="Google Shape;294;p7"/>
          <p:cNvSpPr/>
          <p:nvPr/>
        </p:nvSpPr>
        <p:spPr>
          <a:xfrm rot="-5400000">
            <a:off x="11416828" y="34262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5" name="Google Shape;295;p7"/>
          <p:cNvSpPr/>
          <p:nvPr/>
        </p:nvSpPr>
        <p:spPr>
          <a:xfrm flipH="1">
            <a:off x="11150578" y="5280138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6" name="Google Shape;296;p7"/>
          <p:cNvSpPr/>
          <p:nvPr/>
        </p:nvSpPr>
        <p:spPr>
          <a:xfrm flipH="1">
            <a:off x="11149222" y="1044363"/>
            <a:ext cx="10614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7" name="Google Shape;297;p7"/>
          <p:cNvSpPr/>
          <p:nvPr/>
        </p:nvSpPr>
        <p:spPr>
          <a:xfrm rot="10800000">
            <a:off x="11680060" y="104443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"/>
          <p:cNvSpPr/>
          <p:nvPr/>
        </p:nvSpPr>
        <p:spPr>
          <a:xfrm flipH="1">
            <a:off x="1055012" y="-27948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/>
          <p:nvPr/>
        </p:nvSpPr>
        <p:spPr>
          <a:xfrm flipH="1">
            <a:off x="6105" y="511525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7"/>
          <p:cNvSpPr/>
          <p:nvPr/>
        </p:nvSpPr>
        <p:spPr>
          <a:xfrm flipH="1">
            <a:off x="6169" y="2629420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7"/>
          <p:cNvSpPr/>
          <p:nvPr/>
        </p:nvSpPr>
        <p:spPr>
          <a:xfrm flipH="1">
            <a:off x="6244" y="4747310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"/>
          <p:cNvSpPr/>
          <p:nvPr/>
        </p:nvSpPr>
        <p:spPr>
          <a:xfrm flipH="1">
            <a:off x="6137" y="1570469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"/>
          <p:cNvSpPr/>
          <p:nvPr/>
        </p:nvSpPr>
        <p:spPr>
          <a:xfrm flipH="1">
            <a:off x="6212" y="3688364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/>
          <p:nvPr/>
        </p:nvSpPr>
        <p:spPr>
          <a:xfrm flipH="1">
            <a:off x="6275" y="5806260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/>
          <p:nvPr/>
        </p:nvSpPr>
        <p:spPr>
          <a:xfrm flipH="1">
            <a:off x="525558" y="-27948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/>
          <p:nvPr/>
        </p:nvSpPr>
        <p:spPr>
          <a:xfrm flipH="1">
            <a:off x="6116" y="1040996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"/>
          <p:cNvSpPr/>
          <p:nvPr/>
        </p:nvSpPr>
        <p:spPr>
          <a:xfrm flipH="1">
            <a:off x="6190" y="3158893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7"/>
          <p:cNvSpPr/>
          <p:nvPr/>
        </p:nvSpPr>
        <p:spPr>
          <a:xfrm flipH="1">
            <a:off x="6254" y="5276787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/>
          <p:nvPr/>
        </p:nvSpPr>
        <p:spPr>
          <a:xfrm flipH="1">
            <a:off x="6158" y="2099948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"/>
          <p:cNvSpPr/>
          <p:nvPr/>
        </p:nvSpPr>
        <p:spPr>
          <a:xfrm flipH="1">
            <a:off x="6222" y="4217837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/>
          <p:nvPr/>
        </p:nvSpPr>
        <p:spPr>
          <a:xfrm flipH="1">
            <a:off x="6297" y="6335733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7"/>
          <p:cNvSpPr/>
          <p:nvPr/>
        </p:nvSpPr>
        <p:spPr>
          <a:xfrm rot="5400000" flipH="1">
            <a:off x="266253" y="2537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3" name="Google Shape;313;p7"/>
          <p:cNvSpPr/>
          <p:nvPr/>
        </p:nvSpPr>
        <p:spPr>
          <a:xfrm rot="5400000">
            <a:off x="273561" y="779743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4" name="Google Shape;314;p7"/>
          <p:cNvSpPr/>
          <p:nvPr/>
        </p:nvSpPr>
        <p:spPr>
          <a:xfrm rot="10800000">
            <a:off x="544532" y="50874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541936" y="5276780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6" name="Google Shape;316;p7"/>
          <p:cNvSpPr/>
          <p:nvPr/>
        </p:nvSpPr>
        <p:spPr>
          <a:xfrm flipH="1">
            <a:off x="14936" y="2105275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7" name="Google Shape;317;p7"/>
          <p:cNvSpPr/>
          <p:nvPr/>
        </p:nvSpPr>
        <p:spPr>
          <a:xfrm flipH="1">
            <a:off x="541186" y="4218938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"/>
          <p:cNvSpPr txBox="1">
            <a:spLocks noGrp="1"/>
          </p:cNvSpPr>
          <p:nvPr>
            <p:ph type="title"/>
          </p:nvPr>
        </p:nvSpPr>
        <p:spPr>
          <a:xfrm>
            <a:off x="487238" y="679750"/>
            <a:ext cx="10145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8"/>
          <p:cNvSpPr txBox="1">
            <a:spLocks noGrp="1"/>
          </p:cNvSpPr>
          <p:nvPr>
            <p:ph type="body" idx="1"/>
          </p:nvPr>
        </p:nvSpPr>
        <p:spPr>
          <a:xfrm>
            <a:off x="487238" y="1623014"/>
            <a:ext cx="4762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21" name="Google Shape;321;p8"/>
          <p:cNvSpPr txBox="1">
            <a:spLocks noGrp="1"/>
          </p:cNvSpPr>
          <p:nvPr>
            <p:ph type="body" idx="2"/>
          </p:nvPr>
        </p:nvSpPr>
        <p:spPr>
          <a:xfrm>
            <a:off x="5870213" y="1623014"/>
            <a:ext cx="4762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22" name="Google Shape;322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11138565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8"/>
          <p:cNvSpPr/>
          <p:nvPr/>
        </p:nvSpPr>
        <p:spPr>
          <a:xfrm flipH="1">
            <a:off x="11131050" y="511400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"/>
          <p:cNvSpPr/>
          <p:nvPr/>
        </p:nvSpPr>
        <p:spPr>
          <a:xfrm flipH="1">
            <a:off x="11131114" y="2629295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8"/>
          <p:cNvSpPr/>
          <p:nvPr/>
        </p:nvSpPr>
        <p:spPr>
          <a:xfrm flipH="1">
            <a:off x="11131188" y="4747185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8"/>
          <p:cNvSpPr/>
          <p:nvPr/>
        </p:nvSpPr>
        <p:spPr>
          <a:xfrm flipH="1">
            <a:off x="11131081" y="1570344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8"/>
          <p:cNvSpPr/>
          <p:nvPr/>
        </p:nvSpPr>
        <p:spPr>
          <a:xfrm flipH="1">
            <a:off x="11131156" y="3688239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8"/>
          <p:cNvSpPr/>
          <p:nvPr/>
        </p:nvSpPr>
        <p:spPr>
          <a:xfrm flipH="1">
            <a:off x="11131220" y="5806135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"/>
          <p:cNvSpPr/>
          <p:nvPr/>
        </p:nvSpPr>
        <p:spPr>
          <a:xfrm flipH="1">
            <a:off x="11650503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"/>
          <p:cNvSpPr/>
          <p:nvPr/>
        </p:nvSpPr>
        <p:spPr>
          <a:xfrm flipH="1">
            <a:off x="11131060" y="1040871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/>
          <p:nvPr/>
        </p:nvSpPr>
        <p:spPr>
          <a:xfrm flipH="1">
            <a:off x="11131135" y="3158768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/>
          <p:nvPr/>
        </p:nvSpPr>
        <p:spPr>
          <a:xfrm flipH="1">
            <a:off x="11131199" y="5276662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/>
          <p:nvPr/>
        </p:nvSpPr>
        <p:spPr>
          <a:xfrm flipH="1">
            <a:off x="11131103" y="2099823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/>
          <p:nvPr/>
        </p:nvSpPr>
        <p:spPr>
          <a:xfrm flipH="1">
            <a:off x="11131167" y="4217712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8"/>
          <p:cNvSpPr/>
          <p:nvPr/>
        </p:nvSpPr>
        <p:spPr>
          <a:xfrm flipH="1">
            <a:off x="11131241" y="6335608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/>
          <p:nvPr/>
        </p:nvSpPr>
        <p:spPr>
          <a:xfrm rot="5400000" flipH="1">
            <a:off x="11391198" y="253588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8" name="Google Shape;338;p8"/>
          <p:cNvSpPr/>
          <p:nvPr/>
        </p:nvSpPr>
        <p:spPr>
          <a:xfrm rot="5400000">
            <a:off x="11398505" y="779618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9" name="Google Shape;339;p8"/>
          <p:cNvSpPr/>
          <p:nvPr/>
        </p:nvSpPr>
        <p:spPr>
          <a:xfrm rot="10800000">
            <a:off x="11669476" y="508619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11666880" y="5276655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1" name="Google Shape;341;p8"/>
          <p:cNvSpPr/>
          <p:nvPr/>
        </p:nvSpPr>
        <p:spPr>
          <a:xfrm flipH="1">
            <a:off x="11139880" y="21051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2" name="Google Shape;342;p8"/>
          <p:cNvSpPr/>
          <p:nvPr/>
        </p:nvSpPr>
        <p:spPr>
          <a:xfrm flipH="1">
            <a:off x="11666130" y="4218813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9"/>
          <p:cNvGrpSpPr/>
          <p:nvPr/>
        </p:nvGrpSpPr>
        <p:grpSpPr>
          <a:xfrm>
            <a:off x="-25943" y="-27948"/>
            <a:ext cx="12217854" cy="6914131"/>
            <a:chOff x="-25943" y="-27948"/>
            <a:chExt cx="12217854" cy="6914131"/>
          </a:xfrm>
        </p:grpSpPr>
        <p:grpSp>
          <p:nvGrpSpPr>
            <p:cNvPr id="345" name="Google Shape;345;p9"/>
            <p:cNvGrpSpPr/>
            <p:nvPr/>
          </p:nvGrpSpPr>
          <p:grpSpPr>
            <a:xfrm>
              <a:off x="5816035" y="-27948"/>
              <a:ext cx="6375876" cy="6911067"/>
              <a:chOff x="3744151" y="3553"/>
              <a:chExt cx="4037153" cy="4376032"/>
            </a:xfrm>
          </p:grpSpPr>
          <p:sp>
            <p:nvSpPr>
              <p:cNvPr id="346" name="Google Shape;346;p9"/>
              <p:cNvSpPr/>
              <p:nvPr/>
            </p:nvSpPr>
            <p:spPr>
              <a:xfrm>
                <a:off x="3746964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9"/>
              <p:cNvSpPr/>
              <p:nvPr/>
            </p:nvSpPr>
            <p:spPr>
              <a:xfrm>
                <a:off x="3744887" y="345147"/>
                <a:ext cx="4036417" cy="4993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3" extrusionOk="0">
                    <a:moveTo>
                      <a:pt x="4036418" y="4994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9"/>
              <p:cNvSpPr/>
              <p:nvPr/>
            </p:nvSpPr>
            <p:spPr>
              <a:xfrm>
                <a:off x="5088007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9"/>
              <p:cNvSpPr/>
              <p:nvPr/>
            </p:nvSpPr>
            <p:spPr>
              <a:xfrm>
                <a:off x="3744616" y="1686181"/>
                <a:ext cx="4036446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6" h="4991" extrusionOk="0">
                    <a:moveTo>
                      <a:pt x="4036446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9"/>
              <p:cNvSpPr/>
              <p:nvPr/>
            </p:nvSpPr>
            <p:spPr>
              <a:xfrm>
                <a:off x="6429029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9"/>
              <p:cNvSpPr/>
              <p:nvPr/>
            </p:nvSpPr>
            <p:spPr>
              <a:xfrm>
                <a:off x="3744349" y="3027212"/>
                <a:ext cx="4036429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9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9"/>
              <p:cNvSpPr/>
              <p:nvPr/>
            </p:nvSpPr>
            <p:spPr>
              <a:xfrm>
                <a:off x="441747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9"/>
              <p:cNvSpPr/>
              <p:nvPr/>
            </p:nvSpPr>
            <p:spPr>
              <a:xfrm>
                <a:off x="3744754" y="1015662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9"/>
              <p:cNvSpPr/>
              <p:nvPr/>
            </p:nvSpPr>
            <p:spPr>
              <a:xfrm>
                <a:off x="5758498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9"/>
              <p:cNvSpPr/>
              <p:nvPr/>
            </p:nvSpPr>
            <p:spPr>
              <a:xfrm>
                <a:off x="3744483" y="2356696"/>
                <a:ext cx="4036417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5" extrusionOk="0">
                    <a:moveTo>
                      <a:pt x="4036418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9"/>
              <p:cNvSpPr/>
              <p:nvPr/>
            </p:nvSpPr>
            <p:spPr>
              <a:xfrm>
                <a:off x="709956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9"/>
              <p:cNvSpPr/>
              <p:nvPr/>
            </p:nvSpPr>
            <p:spPr>
              <a:xfrm>
                <a:off x="3744216" y="3697731"/>
                <a:ext cx="4036442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2" h="4991" extrusionOk="0">
                    <a:moveTo>
                      <a:pt x="4036442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9"/>
              <p:cNvSpPr/>
              <p:nvPr/>
            </p:nvSpPr>
            <p:spPr>
              <a:xfrm>
                <a:off x="4082210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9"/>
              <p:cNvSpPr/>
              <p:nvPr/>
            </p:nvSpPr>
            <p:spPr>
              <a:xfrm>
                <a:off x="3744819" y="680404"/>
                <a:ext cx="4036445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5" h="4995" extrusionOk="0">
                    <a:moveTo>
                      <a:pt x="403644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9"/>
              <p:cNvSpPr/>
              <p:nvPr/>
            </p:nvSpPr>
            <p:spPr>
              <a:xfrm>
                <a:off x="5423272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9"/>
              <p:cNvSpPr/>
              <p:nvPr/>
            </p:nvSpPr>
            <p:spPr>
              <a:xfrm>
                <a:off x="3744551" y="2021439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9"/>
              <p:cNvSpPr/>
              <p:nvPr/>
            </p:nvSpPr>
            <p:spPr>
              <a:xfrm>
                <a:off x="676429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9"/>
              <p:cNvSpPr/>
              <p:nvPr/>
            </p:nvSpPr>
            <p:spPr>
              <a:xfrm>
                <a:off x="3744284" y="3362473"/>
                <a:ext cx="4036454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54" h="4991" extrusionOk="0">
                    <a:moveTo>
                      <a:pt x="4036455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475274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9"/>
              <p:cNvSpPr/>
              <p:nvPr/>
            </p:nvSpPr>
            <p:spPr>
              <a:xfrm>
                <a:off x="3744685" y="1350924"/>
                <a:ext cx="4036417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1" extrusionOk="0">
                    <a:moveTo>
                      <a:pt x="4036418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9"/>
              <p:cNvSpPr/>
              <p:nvPr/>
            </p:nvSpPr>
            <p:spPr>
              <a:xfrm>
                <a:off x="6093763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9"/>
              <p:cNvSpPr/>
              <p:nvPr/>
            </p:nvSpPr>
            <p:spPr>
              <a:xfrm>
                <a:off x="3744418" y="2691954"/>
                <a:ext cx="4036441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1" h="4995" extrusionOk="0">
                    <a:moveTo>
                      <a:pt x="4036442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9"/>
              <p:cNvSpPr/>
              <p:nvPr/>
            </p:nvSpPr>
            <p:spPr>
              <a:xfrm>
                <a:off x="7434826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9"/>
              <p:cNvSpPr/>
              <p:nvPr/>
            </p:nvSpPr>
            <p:spPr>
              <a:xfrm>
                <a:off x="3744151" y="4032989"/>
                <a:ext cx="4036426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6" h="4995" extrusionOk="0">
                    <a:moveTo>
                      <a:pt x="403642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0" name="Google Shape;370;p9"/>
            <p:cNvSpPr/>
            <p:nvPr/>
          </p:nvSpPr>
          <p:spPr>
            <a:xfrm>
              <a:off x="1061" y="511525"/>
              <a:ext cx="5812440" cy="7889"/>
            </a:xfrm>
            <a:custGeom>
              <a:avLst/>
              <a:gdLst/>
              <a:ahLst/>
              <a:cxnLst/>
              <a:rect l="l" t="t" r="r" b="b"/>
              <a:pathLst>
                <a:path w="4036417" h="4993" extrusionOk="0">
                  <a:moveTo>
                    <a:pt x="4036418" y="499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9"/>
            <p:cNvSpPr/>
            <p:nvPr/>
          </p:nvSpPr>
          <p:spPr>
            <a:xfrm>
              <a:off x="156251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9"/>
            <p:cNvSpPr/>
            <p:nvPr/>
          </p:nvSpPr>
          <p:spPr>
            <a:xfrm>
              <a:off x="671" y="2629421"/>
              <a:ext cx="5812482" cy="7886"/>
            </a:xfrm>
            <a:custGeom>
              <a:avLst/>
              <a:gdLst/>
              <a:ahLst/>
              <a:cxnLst/>
              <a:rect l="l" t="t" r="r" b="b"/>
              <a:pathLst>
                <a:path w="4036446" h="4991" extrusionOk="0">
                  <a:moveTo>
                    <a:pt x="4036446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368038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286" y="4747312"/>
              <a:ext cx="5812458" cy="7892"/>
            </a:xfrm>
            <a:custGeom>
              <a:avLst/>
              <a:gdLst/>
              <a:ahLst/>
              <a:cxnLst/>
              <a:rect l="l" t="t" r="r" b="b"/>
              <a:pathLst>
                <a:path w="4036429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503541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870" y="1570470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262141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479" y="3688366"/>
              <a:ext cx="5812440" cy="7892"/>
            </a:xfrm>
            <a:custGeom>
              <a:avLst/>
              <a:gdLst/>
              <a:ahLst/>
              <a:cxnLst/>
              <a:rect l="l" t="t" r="r" b="b"/>
              <a:pathLst>
                <a:path w="4036417" h="4995" extrusionOk="0">
                  <a:moveTo>
                    <a:pt x="4036418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4739359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95" y="5806263"/>
              <a:ext cx="5812476" cy="7886"/>
            </a:xfrm>
            <a:custGeom>
              <a:avLst/>
              <a:gdLst/>
              <a:ahLst/>
              <a:cxnLst/>
              <a:rect l="l" t="t" r="r" b="b"/>
              <a:pathLst>
                <a:path w="4036442" h="4991" extrusionOk="0">
                  <a:moveTo>
                    <a:pt x="4036442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-259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963" y="1040997"/>
              <a:ext cx="5812481" cy="7892"/>
            </a:xfrm>
            <a:custGeom>
              <a:avLst/>
              <a:gdLst/>
              <a:ahLst/>
              <a:cxnLst/>
              <a:rect l="l" t="t" r="r" b="b"/>
              <a:pathLst>
                <a:path w="4036445" h="4995" extrusionOk="0">
                  <a:moveTo>
                    <a:pt x="403644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209199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577" y="3158894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9"/>
            <p:cNvSpPr/>
            <p:nvPr/>
          </p:nvSpPr>
          <p:spPr>
            <a:xfrm>
              <a:off x="4209874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193" y="5276790"/>
              <a:ext cx="5812494" cy="7886"/>
            </a:xfrm>
            <a:custGeom>
              <a:avLst/>
              <a:gdLst/>
              <a:ahLst/>
              <a:cxnLst/>
              <a:rect l="l" t="t" r="r" b="b"/>
              <a:pathLst>
                <a:path w="4036454" h="4991" extrusionOk="0">
                  <a:moveTo>
                    <a:pt x="4036455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9"/>
            <p:cNvSpPr/>
            <p:nvPr/>
          </p:nvSpPr>
          <p:spPr>
            <a:xfrm>
              <a:off x="103302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9"/>
            <p:cNvSpPr/>
            <p:nvPr/>
          </p:nvSpPr>
          <p:spPr>
            <a:xfrm>
              <a:off x="770" y="2099949"/>
              <a:ext cx="5812440" cy="7886"/>
            </a:xfrm>
            <a:custGeom>
              <a:avLst/>
              <a:gdLst/>
              <a:ahLst/>
              <a:cxnLst/>
              <a:rect l="l" t="t" r="r" b="b"/>
              <a:pathLst>
                <a:path w="4036417" h="4991" extrusionOk="0">
                  <a:moveTo>
                    <a:pt x="4036418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9"/>
            <p:cNvSpPr/>
            <p:nvPr/>
          </p:nvSpPr>
          <p:spPr>
            <a:xfrm>
              <a:off x="315090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9"/>
            <p:cNvSpPr/>
            <p:nvPr/>
          </p:nvSpPr>
          <p:spPr>
            <a:xfrm>
              <a:off x="386" y="4217839"/>
              <a:ext cx="5812475" cy="7892"/>
            </a:xfrm>
            <a:custGeom>
              <a:avLst/>
              <a:gdLst/>
              <a:ahLst/>
              <a:cxnLst/>
              <a:rect l="l" t="t" r="r" b="b"/>
              <a:pathLst>
                <a:path w="4036441" h="4995" extrusionOk="0">
                  <a:moveTo>
                    <a:pt x="4036442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52688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9"/>
            <p:cNvSpPr/>
            <p:nvPr/>
          </p:nvSpPr>
          <p:spPr>
            <a:xfrm>
              <a:off x="1" y="6335736"/>
              <a:ext cx="5812453" cy="7892"/>
            </a:xfrm>
            <a:custGeom>
              <a:avLst/>
              <a:gdLst/>
              <a:ahLst/>
              <a:cxnLst/>
              <a:rect l="l" t="t" r="r" b="b"/>
              <a:pathLst>
                <a:path w="4036426" h="4995" extrusionOk="0">
                  <a:moveTo>
                    <a:pt x="403642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3" name="Google Shape;393;p9"/>
          <p:cNvSpPr/>
          <p:nvPr/>
        </p:nvSpPr>
        <p:spPr>
          <a:xfrm rot="5400000" flipH="1">
            <a:off x="266253" y="2537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4" name="Google Shape;394;p9"/>
          <p:cNvSpPr/>
          <p:nvPr/>
        </p:nvSpPr>
        <p:spPr>
          <a:xfrm rot="5400000">
            <a:off x="273561" y="779743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5" name="Google Shape;395;p9"/>
          <p:cNvSpPr/>
          <p:nvPr/>
        </p:nvSpPr>
        <p:spPr>
          <a:xfrm rot="10800000">
            <a:off x="544532" y="50874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9"/>
          <p:cNvSpPr/>
          <p:nvPr/>
        </p:nvSpPr>
        <p:spPr>
          <a:xfrm rot="-5400000">
            <a:off x="11396850" y="2537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11646668" y="15783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8" name="Google Shape;398;p9"/>
          <p:cNvSpPr txBox="1">
            <a:spLocks noGrp="1"/>
          </p:cNvSpPr>
          <p:nvPr>
            <p:ph type="title"/>
          </p:nvPr>
        </p:nvSpPr>
        <p:spPr>
          <a:xfrm>
            <a:off x="766950" y="679800"/>
            <a:ext cx="10658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9"/>
          <p:cNvSpPr txBox="1">
            <a:spLocks noGrp="1"/>
          </p:cNvSpPr>
          <p:nvPr>
            <p:ph type="body" idx="1"/>
          </p:nvPr>
        </p:nvSpPr>
        <p:spPr>
          <a:xfrm>
            <a:off x="934500" y="3451362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00" name="Google Shape;400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1" name="Google Shape;401;p9"/>
          <p:cNvSpPr txBox="1">
            <a:spLocks noGrp="1"/>
          </p:cNvSpPr>
          <p:nvPr>
            <p:ph type="subTitle" idx="2"/>
          </p:nvPr>
        </p:nvSpPr>
        <p:spPr>
          <a:xfrm>
            <a:off x="934500" y="1924277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2" name="Google Shape;402;p9"/>
          <p:cNvSpPr txBox="1">
            <a:spLocks noGrp="1"/>
          </p:cNvSpPr>
          <p:nvPr>
            <p:ph type="body" idx="3"/>
          </p:nvPr>
        </p:nvSpPr>
        <p:spPr>
          <a:xfrm>
            <a:off x="4522350" y="3451375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03" name="Google Shape;403;p9"/>
          <p:cNvSpPr txBox="1">
            <a:spLocks noGrp="1"/>
          </p:cNvSpPr>
          <p:nvPr>
            <p:ph type="subTitle" idx="4"/>
          </p:nvPr>
        </p:nvSpPr>
        <p:spPr>
          <a:xfrm>
            <a:off x="4522350" y="1924289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4" name="Google Shape;404;p9"/>
          <p:cNvSpPr txBox="1">
            <a:spLocks noGrp="1"/>
          </p:cNvSpPr>
          <p:nvPr>
            <p:ph type="body" idx="5"/>
          </p:nvPr>
        </p:nvSpPr>
        <p:spPr>
          <a:xfrm>
            <a:off x="8110200" y="3451362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05" name="Google Shape;405;p9"/>
          <p:cNvSpPr txBox="1">
            <a:spLocks noGrp="1"/>
          </p:cNvSpPr>
          <p:nvPr>
            <p:ph type="subTitle" idx="6"/>
          </p:nvPr>
        </p:nvSpPr>
        <p:spPr>
          <a:xfrm>
            <a:off x="8110200" y="1924277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TLE_AND_TWO_COLUMNS_1_1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10"/>
          <p:cNvGrpSpPr/>
          <p:nvPr/>
        </p:nvGrpSpPr>
        <p:grpSpPr>
          <a:xfrm>
            <a:off x="-25943" y="-27948"/>
            <a:ext cx="12217854" cy="6914131"/>
            <a:chOff x="-25943" y="-27948"/>
            <a:chExt cx="12217854" cy="6914131"/>
          </a:xfrm>
        </p:grpSpPr>
        <p:grpSp>
          <p:nvGrpSpPr>
            <p:cNvPr id="408" name="Google Shape;408;p10"/>
            <p:cNvGrpSpPr/>
            <p:nvPr/>
          </p:nvGrpSpPr>
          <p:grpSpPr>
            <a:xfrm>
              <a:off x="5816035" y="-27948"/>
              <a:ext cx="6375876" cy="6911067"/>
              <a:chOff x="3744151" y="3553"/>
              <a:chExt cx="4037153" cy="4376032"/>
            </a:xfrm>
          </p:grpSpPr>
          <p:sp>
            <p:nvSpPr>
              <p:cNvPr id="409" name="Google Shape;409;p10"/>
              <p:cNvSpPr/>
              <p:nvPr/>
            </p:nvSpPr>
            <p:spPr>
              <a:xfrm>
                <a:off x="3746964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10"/>
              <p:cNvSpPr/>
              <p:nvPr/>
            </p:nvSpPr>
            <p:spPr>
              <a:xfrm>
                <a:off x="3744887" y="345147"/>
                <a:ext cx="4036417" cy="4993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3" extrusionOk="0">
                    <a:moveTo>
                      <a:pt x="4036418" y="4994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10"/>
              <p:cNvSpPr/>
              <p:nvPr/>
            </p:nvSpPr>
            <p:spPr>
              <a:xfrm>
                <a:off x="5088007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10"/>
              <p:cNvSpPr/>
              <p:nvPr/>
            </p:nvSpPr>
            <p:spPr>
              <a:xfrm>
                <a:off x="3744616" y="1686181"/>
                <a:ext cx="4036446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6" h="4991" extrusionOk="0">
                    <a:moveTo>
                      <a:pt x="4036446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10"/>
              <p:cNvSpPr/>
              <p:nvPr/>
            </p:nvSpPr>
            <p:spPr>
              <a:xfrm>
                <a:off x="6429029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10"/>
              <p:cNvSpPr/>
              <p:nvPr/>
            </p:nvSpPr>
            <p:spPr>
              <a:xfrm>
                <a:off x="3744349" y="3027212"/>
                <a:ext cx="4036429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9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0"/>
              <p:cNvSpPr/>
              <p:nvPr/>
            </p:nvSpPr>
            <p:spPr>
              <a:xfrm>
                <a:off x="441747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10"/>
              <p:cNvSpPr/>
              <p:nvPr/>
            </p:nvSpPr>
            <p:spPr>
              <a:xfrm>
                <a:off x="3744754" y="1015662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10"/>
              <p:cNvSpPr/>
              <p:nvPr/>
            </p:nvSpPr>
            <p:spPr>
              <a:xfrm>
                <a:off x="5758498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10"/>
              <p:cNvSpPr/>
              <p:nvPr/>
            </p:nvSpPr>
            <p:spPr>
              <a:xfrm>
                <a:off x="3744483" y="2356696"/>
                <a:ext cx="4036417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5" extrusionOk="0">
                    <a:moveTo>
                      <a:pt x="4036418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10"/>
              <p:cNvSpPr/>
              <p:nvPr/>
            </p:nvSpPr>
            <p:spPr>
              <a:xfrm>
                <a:off x="709956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10"/>
              <p:cNvSpPr/>
              <p:nvPr/>
            </p:nvSpPr>
            <p:spPr>
              <a:xfrm>
                <a:off x="3744216" y="3697731"/>
                <a:ext cx="4036442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2" h="4991" extrusionOk="0">
                    <a:moveTo>
                      <a:pt x="4036442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10"/>
              <p:cNvSpPr/>
              <p:nvPr/>
            </p:nvSpPr>
            <p:spPr>
              <a:xfrm>
                <a:off x="4082210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10"/>
              <p:cNvSpPr/>
              <p:nvPr/>
            </p:nvSpPr>
            <p:spPr>
              <a:xfrm>
                <a:off x="3744819" y="680404"/>
                <a:ext cx="4036445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5" h="4995" extrusionOk="0">
                    <a:moveTo>
                      <a:pt x="403644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10"/>
              <p:cNvSpPr/>
              <p:nvPr/>
            </p:nvSpPr>
            <p:spPr>
              <a:xfrm>
                <a:off x="5423272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10"/>
              <p:cNvSpPr/>
              <p:nvPr/>
            </p:nvSpPr>
            <p:spPr>
              <a:xfrm>
                <a:off x="3744551" y="2021439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10"/>
              <p:cNvSpPr/>
              <p:nvPr/>
            </p:nvSpPr>
            <p:spPr>
              <a:xfrm>
                <a:off x="676429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10"/>
              <p:cNvSpPr/>
              <p:nvPr/>
            </p:nvSpPr>
            <p:spPr>
              <a:xfrm>
                <a:off x="3744284" y="3362473"/>
                <a:ext cx="4036454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54" h="4991" extrusionOk="0">
                    <a:moveTo>
                      <a:pt x="4036455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10"/>
              <p:cNvSpPr/>
              <p:nvPr/>
            </p:nvSpPr>
            <p:spPr>
              <a:xfrm>
                <a:off x="475274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10"/>
              <p:cNvSpPr/>
              <p:nvPr/>
            </p:nvSpPr>
            <p:spPr>
              <a:xfrm>
                <a:off x="3744685" y="1350924"/>
                <a:ext cx="4036417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1" extrusionOk="0">
                    <a:moveTo>
                      <a:pt x="4036418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10"/>
              <p:cNvSpPr/>
              <p:nvPr/>
            </p:nvSpPr>
            <p:spPr>
              <a:xfrm>
                <a:off x="6093763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10"/>
              <p:cNvSpPr/>
              <p:nvPr/>
            </p:nvSpPr>
            <p:spPr>
              <a:xfrm>
                <a:off x="3744418" y="2691954"/>
                <a:ext cx="4036441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1" h="4995" extrusionOk="0">
                    <a:moveTo>
                      <a:pt x="4036442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10"/>
              <p:cNvSpPr/>
              <p:nvPr/>
            </p:nvSpPr>
            <p:spPr>
              <a:xfrm>
                <a:off x="7434826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10"/>
              <p:cNvSpPr/>
              <p:nvPr/>
            </p:nvSpPr>
            <p:spPr>
              <a:xfrm>
                <a:off x="3744151" y="4032989"/>
                <a:ext cx="4036426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6" h="4995" extrusionOk="0">
                    <a:moveTo>
                      <a:pt x="403642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3" name="Google Shape;433;p10"/>
            <p:cNvSpPr/>
            <p:nvPr/>
          </p:nvSpPr>
          <p:spPr>
            <a:xfrm>
              <a:off x="1061" y="511525"/>
              <a:ext cx="5812440" cy="7889"/>
            </a:xfrm>
            <a:custGeom>
              <a:avLst/>
              <a:gdLst/>
              <a:ahLst/>
              <a:cxnLst/>
              <a:rect l="l" t="t" r="r" b="b"/>
              <a:pathLst>
                <a:path w="4036417" h="4993" extrusionOk="0">
                  <a:moveTo>
                    <a:pt x="4036418" y="499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0"/>
            <p:cNvSpPr/>
            <p:nvPr/>
          </p:nvSpPr>
          <p:spPr>
            <a:xfrm>
              <a:off x="156251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0"/>
            <p:cNvSpPr/>
            <p:nvPr/>
          </p:nvSpPr>
          <p:spPr>
            <a:xfrm>
              <a:off x="671" y="2629421"/>
              <a:ext cx="5812482" cy="7886"/>
            </a:xfrm>
            <a:custGeom>
              <a:avLst/>
              <a:gdLst/>
              <a:ahLst/>
              <a:cxnLst/>
              <a:rect l="l" t="t" r="r" b="b"/>
              <a:pathLst>
                <a:path w="4036446" h="4991" extrusionOk="0">
                  <a:moveTo>
                    <a:pt x="4036446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0"/>
            <p:cNvSpPr/>
            <p:nvPr/>
          </p:nvSpPr>
          <p:spPr>
            <a:xfrm>
              <a:off x="368038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0"/>
            <p:cNvSpPr/>
            <p:nvPr/>
          </p:nvSpPr>
          <p:spPr>
            <a:xfrm>
              <a:off x="286" y="4747312"/>
              <a:ext cx="5812458" cy="7892"/>
            </a:xfrm>
            <a:custGeom>
              <a:avLst/>
              <a:gdLst/>
              <a:ahLst/>
              <a:cxnLst/>
              <a:rect l="l" t="t" r="r" b="b"/>
              <a:pathLst>
                <a:path w="4036429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0"/>
            <p:cNvSpPr/>
            <p:nvPr/>
          </p:nvSpPr>
          <p:spPr>
            <a:xfrm>
              <a:off x="503541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0"/>
            <p:cNvSpPr/>
            <p:nvPr/>
          </p:nvSpPr>
          <p:spPr>
            <a:xfrm>
              <a:off x="870" y="1570470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0"/>
            <p:cNvSpPr/>
            <p:nvPr/>
          </p:nvSpPr>
          <p:spPr>
            <a:xfrm>
              <a:off x="262141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0"/>
            <p:cNvSpPr/>
            <p:nvPr/>
          </p:nvSpPr>
          <p:spPr>
            <a:xfrm>
              <a:off x="479" y="3688366"/>
              <a:ext cx="5812440" cy="7892"/>
            </a:xfrm>
            <a:custGeom>
              <a:avLst/>
              <a:gdLst/>
              <a:ahLst/>
              <a:cxnLst/>
              <a:rect l="l" t="t" r="r" b="b"/>
              <a:pathLst>
                <a:path w="4036417" h="4995" extrusionOk="0">
                  <a:moveTo>
                    <a:pt x="4036418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0"/>
            <p:cNvSpPr/>
            <p:nvPr/>
          </p:nvSpPr>
          <p:spPr>
            <a:xfrm>
              <a:off x="4739359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0"/>
            <p:cNvSpPr/>
            <p:nvPr/>
          </p:nvSpPr>
          <p:spPr>
            <a:xfrm>
              <a:off x="95" y="5806263"/>
              <a:ext cx="5812476" cy="7886"/>
            </a:xfrm>
            <a:custGeom>
              <a:avLst/>
              <a:gdLst/>
              <a:ahLst/>
              <a:cxnLst/>
              <a:rect l="l" t="t" r="r" b="b"/>
              <a:pathLst>
                <a:path w="4036442" h="4991" extrusionOk="0">
                  <a:moveTo>
                    <a:pt x="4036442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0"/>
            <p:cNvSpPr/>
            <p:nvPr/>
          </p:nvSpPr>
          <p:spPr>
            <a:xfrm>
              <a:off x="-259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0"/>
            <p:cNvSpPr/>
            <p:nvPr/>
          </p:nvSpPr>
          <p:spPr>
            <a:xfrm>
              <a:off x="963" y="1040997"/>
              <a:ext cx="5812481" cy="7892"/>
            </a:xfrm>
            <a:custGeom>
              <a:avLst/>
              <a:gdLst/>
              <a:ahLst/>
              <a:cxnLst/>
              <a:rect l="l" t="t" r="r" b="b"/>
              <a:pathLst>
                <a:path w="4036445" h="4995" extrusionOk="0">
                  <a:moveTo>
                    <a:pt x="403644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0"/>
            <p:cNvSpPr/>
            <p:nvPr/>
          </p:nvSpPr>
          <p:spPr>
            <a:xfrm>
              <a:off x="209199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0"/>
            <p:cNvSpPr/>
            <p:nvPr/>
          </p:nvSpPr>
          <p:spPr>
            <a:xfrm>
              <a:off x="577" y="3158894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0"/>
            <p:cNvSpPr/>
            <p:nvPr/>
          </p:nvSpPr>
          <p:spPr>
            <a:xfrm>
              <a:off x="4209874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0"/>
            <p:cNvSpPr/>
            <p:nvPr/>
          </p:nvSpPr>
          <p:spPr>
            <a:xfrm>
              <a:off x="193" y="5276790"/>
              <a:ext cx="5812494" cy="7886"/>
            </a:xfrm>
            <a:custGeom>
              <a:avLst/>
              <a:gdLst/>
              <a:ahLst/>
              <a:cxnLst/>
              <a:rect l="l" t="t" r="r" b="b"/>
              <a:pathLst>
                <a:path w="4036454" h="4991" extrusionOk="0">
                  <a:moveTo>
                    <a:pt x="4036455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0"/>
            <p:cNvSpPr/>
            <p:nvPr/>
          </p:nvSpPr>
          <p:spPr>
            <a:xfrm>
              <a:off x="103302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0"/>
            <p:cNvSpPr/>
            <p:nvPr/>
          </p:nvSpPr>
          <p:spPr>
            <a:xfrm>
              <a:off x="770" y="2099949"/>
              <a:ext cx="5812440" cy="7886"/>
            </a:xfrm>
            <a:custGeom>
              <a:avLst/>
              <a:gdLst/>
              <a:ahLst/>
              <a:cxnLst/>
              <a:rect l="l" t="t" r="r" b="b"/>
              <a:pathLst>
                <a:path w="4036417" h="4991" extrusionOk="0">
                  <a:moveTo>
                    <a:pt x="4036418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0"/>
            <p:cNvSpPr/>
            <p:nvPr/>
          </p:nvSpPr>
          <p:spPr>
            <a:xfrm>
              <a:off x="315090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0"/>
            <p:cNvSpPr/>
            <p:nvPr/>
          </p:nvSpPr>
          <p:spPr>
            <a:xfrm>
              <a:off x="386" y="4217839"/>
              <a:ext cx="5812475" cy="7892"/>
            </a:xfrm>
            <a:custGeom>
              <a:avLst/>
              <a:gdLst/>
              <a:ahLst/>
              <a:cxnLst/>
              <a:rect l="l" t="t" r="r" b="b"/>
              <a:pathLst>
                <a:path w="4036441" h="4995" extrusionOk="0">
                  <a:moveTo>
                    <a:pt x="4036442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0"/>
            <p:cNvSpPr/>
            <p:nvPr/>
          </p:nvSpPr>
          <p:spPr>
            <a:xfrm>
              <a:off x="52688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0"/>
            <p:cNvSpPr/>
            <p:nvPr/>
          </p:nvSpPr>
          <p:spPr>
            <a:xfrm>
              <a:off x="1" y="6335736"/>
              <a:ext cx="5812453" cy="7892"/>
            </a:xfrm>
            <a:custGeom>
              <a:avLst/>
              <a:gdLst/>
              <a:ahLst/>
              <a:cxnLst/>
              <a:rect l="l" t="t" r="r" b="b"/>
              <a:pathLst>
                <a:path w="4036426" h="4995" extrusionOk="0">
                  <a:moveTo>
                    <a:pt x="403642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6" name="Google Shape;456;p10"/>
          <p:cNvSpPr/>
          <p:nvPr/>
        </p:nvSpPr>
        <p:spPr>
          <a:xfrm>
            <a:off x="-12900" y="0"/>
            <a:ext cx="12217800" cy="544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7" name="Google Shape;457;p10"/>
          <p:cNvSpPr/>
          <p:nvPr/>
        </p:nvSpPr>
        <p:spPr>
          <a:xfrm rot="-5400000">
            <a:off x="4479785" y="6089759"/>
            <a:ext cx="10599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8" name="Google Shape;458;p10"/>
          <p:cNvSpPr/>
          <p:nvPr/>
        </p:nvSpPr>
        <p:spPr>
          <a:xfrm rot="10800000">
            <a:off x="3679865" y="583119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9" name="Google Shape;459;p10"/>
          <p:cNvSpPr/>
          <p:nvPr/>
        </p:nvSpPr>
        <p:spPr>
          <a:xfrm rot="-5400000" flipH="1">
            <a:off x="4744497" y="5830511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536675" y="58138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1" name="Google Shape;461;p10"/>
          <p:cNvSpPr/>
          <p:nvPr/>
        </p:nvSpPr>
        <p:spPr>
          <a:xfrm rot="10800000">
            <a:off x="11131750" y="635100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9546625" y="5830450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3" name="Google Shape;463;p10"/>
          <p:cNvSpPr/>
          <p:nvPr/>
        </p:nvSpPr>
        <p:spPr>
          <a:xfrm rot="10800000" flipH="1">
            <a:off x="6899335" y="6355049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4" name="Google Shape;464;p10"/>
          <p:cNvSpPr/>
          <p:nvPr/>
        </p:nvSpPr>
        <p:spPr>
          <a:xfrm rot="5400000" flipH="1">
            <a:off x="7690446" y="6086844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5" name="Google Shape;465;p10"/>
          <p:cNvSpPr/>
          <p:nvPr/>
        </p:nvSpPr>
        <p:spPr>
          <a:xfrm flipH="1">
            <a:off x="7961417" y="635795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1554480" y="5821350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7" name="Google Shape;467;p10"/>
          <p:cNvSpPr txBox="1">
            <a:spLocks noGrp="1"/>
          </p:cNvSpPr>
          <p:nvPr>
            <p:ph type="title"/>
          </p:nvPr>
        </p:nvSpPr>
        <p:spPr>
          <a:xfrm>
            <a:off x="507750" y="613663"/>
            <a:ext cx="11176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0"/>
          <p:cNvSpPr txBox="1">
            <a:spLocks noGrp="1"/>
          </p:cNvSpPr>
          <p:nvPr>
            <p:ph type="body" idx="1"/>
          </p:nvPr>
        </p:nvSpPr>
        <p:spPr>
          <a:xfrm>
            <a:off x="507750" y="3972503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69" name="Google Shape;469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0" name="Google Shape;470;p10"/>
          <p:cNvSpPr txBox="1">
            <a:spLocks noGrp="1"/>
          </p:cNvSpPr>
          <p:nvPr>
            <p:ph type="subTitle" idx="2"/>
          </p:nvPr>
        </p:nvSpPr>
        <p:spPr>
          <a:xfrm>
            <a:off x="507750" y="2012550"/>
            <a:ext cx="21135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1" name="Google Shape;471;p10"/>
          <p:cNvSpPr txBox="1">
            <a:spLocks noGrp="1"/>
          </p:cNvSpPr>
          <p:nvPr>
            <p:ph type="body" idx="3"/>
          </p:nvPr>
        </p:nvSpPr>
        <p:spPr>
          <a:xfrm>
            <a:off x="2757261" y="3972501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72" name="Google Shape;472;p10"/>
          <p:cNvSpPr txBox="1">
            <a:spLocks noGrp="1"/>
          </p:cNvSpPr>
          <p:nvPr>
            <p:ph type="subTitle" idx="4"/>
          </p:nvPr>
        </p:nvSpPr>
        <p:spPr>
          <a:xfrm>
            <a:off x="2773538" y="2012550"/>
            <a:ext cx="21135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3" name="Google Shape;473;p10"/>
          <p:cNvSpPr txBox="1">
            <a:spLocks noGrp="1"/>
          </p:cNvSpPr>
          <p:nvPr>
            <p:ph type="body" idx="5"/>
          </p:nvPr>
        </p:nvSpPr>
        <p:spPr>
          <a:xfrm>
            <a:off x="5006772" y="3972517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74" name="Google Shape;474;p10"/>
          <p:cNvSpPr txBox="1">
            <a:spLocks noGrp="1"/>
          </p:cNvSpPr>
          <p:nvPr>
            <p:ph type="subTitle" idx="6"/>
          </p:nvPr>
        </p:nvSpPr>
        <p:spPr>
          <a:xfrm>
            <a:off x="5039326" y="2012550"/>
            <a:ext cx="21135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5" name="Google Shape;475;p10"/>
          <p:cNvSpPr txBox="1">
            <a:spLocks noGrp="1"/>
          </p:cNvSpPr>
          <p:nvPr>
            <p:ph type="body" idx="7"/>
          </p:nvPr>
        </p:nvSpPr>
        <p:spPr>
          <a:xfrm>
            <a:off x="7256283" y="3972525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76" name="Google Shape;476;p10"/>
          <p:cNvSpPr txBox="1">
            <a:spLocks noGrp="1"/>
          </p:cNvSpPr>
          <p:nvPr>
            <p:ph type="subTitle" idx="8"/>
          </p:nvPr>
        </p:nvSpPr>
        <p:spPr>
          <a:xfrm>
            <a:off x="7305113" y="2012575"/>
            <a:ext cx="21135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7" name="Google Shape;477;p10"/>
          <p:cNvSpPr txBox="1">
            <a:spLocks noGrp="1"/>
          </p:cNvSpPr>
          <p:nvPr>
            <p:ph type="body" idx="9"/>
          </p:nvPr>
        </p:nvSpPr>
        <p:spPr>
          <a:xfrm>
            <a:off x="9505794" y="3972491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78" name="Google Shape;478;p10"/>
          <p:cNvSpPr txBox="1">
            <a:spLocks noGrp="1"/>
          </p:cNvSpPr>
          <p:nvPr>
            <p:ph type="subTitle" idx="13"/>
          </p:nvPr>
        </p:nvSpPr>
        <p:spPr>
          <a:xfrm>
            <a:off x="9570901" y="2012550"/>
            <a:ext cx="21135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9" name="Google Shape;479;p10"/>
          <p:cNvSpPr txBox="1">
            <a:spLocks noGrp="1"/>
          </p:cNvSpPr>
          <p:nvPr>
            <p:ph type="subTitle" idx="14"/>
          </p:nvPr>
        </p:nvSpPr>
        <p:spPr>
          <a:xfrm>
            <a:off x="507750" y="3518013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80" name="Google Shape;480;p10"/>
          <p:cNvSpPr txBox="1">
            <a:spLocks noGrp="1"/>
          </p:cNvSpPr>
          <p:nvPr>
            <p:ph type="subTitle" idx="15"/>
          </p:nvPr>
        </p:nvSpPr>
        <p:spPr>
          <a:xfrm>
            <a:off x="2757261" y="3518000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81" name="Google Shape;481;p10"/>
          <p:cNvSpPr txBox="1">
            <a:spLocks noGrp="1"/>
          </p:cNvSpPr>
          <p:nvPr>
            <p:ph type="subTitle" idx="16"/>
          </p:nvPr>
        </p:nvSpPr>
        <p:spPr>
          <a:xfrm>
            <a:off x="5006771" y="3518013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82" name="Google Shape;482;p10"/>
          <p:cNvSpPr txBox="1">
            <a:spLocks noGrp="1"/>
          </p:cNvSpPr>
          <p:nvPr>
            <p:ph type="subTitle" idx="17"/>
          </p:nvPr>
        </p:nvSpPr>
        <p:spPr>
          <a:xfrm>
            <a:off x="7256282" y="3518000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83" name="Google Shape;483;p10"/>
          <p:cNvSpPr txBox="1">
            <a:spLocks noGrp="1"/>
          </p:cNvSpPr>
          <p:nvPr>
            <p:ph type="subTitle" idx="18"/>
          </p:nvPr>
        </p:nvSpPr>
        <p:spPr>
          <a:xfrm>
            <a:off x="9505793" y="3517988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1"/>
          <p:cNvSpPr/>
          <p:nvPr/>
        </p:nvSpPr>
        <p:spPr>
          <a:xfrm flipH="1">
            <a:off x="11155186" y="511413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1"/>
          <p:cNvSpPr/>
          <p:nvPr/>
        </p:nvSpPr>
        <p:spPr>
          <a:xfrm flipH="1">
            <a:off x="11155250" y="2629307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1"/>
          <p:cNvSpPr/>
          <p:nvPr/>
        </p:nvSpPr>
        <p:spPr>
          <a:xfrm flipH="1">
            <a:off x="11155324" y="4747197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1"/>
          <p:cNvSpPr/>
          <p:nvPr/>
        </p:nvSpPr>
        <p:spPr>
          <a:xfrm flipH="1">
            <a:off x="11155217" y="1570357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1"/>
          <p:cNvSpPr/>
          <p:nvPr/>
        </p:nvSpPr>
        <p:spPr>
          <a:xfrm flipH="1">
            <a:off x="11680064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1"/>
          <p:cNvSpPr/>
          <p:nvPr/>
        </p:nvSpPr>
        <p:spPr>
          <a:xfrm flipH="1">
            <a:off x="11155292" y="3688251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1"/>
          <p:cNvSpPr/>
          <p:nvPr/>
        </p:nvSpPr>
        <p:spPr>
          <a:xfrm flipH="1">
            <a:off x="11155356" y="5806148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1"/>
          <p:cNvSpPr/>
          <p:nvPr/>
        </p:nvSpPr>
        <p:spPr>
          <a:xfrm flipH="1">
            <a:off x="11155196" y="1040884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1"/>
          <p:cNvSpPr/>
          <p:nvPr/>
        </p:nvSpPr>
        <p:spPr>
          <a:xfrm flipH="1">
            <a:off x="12209487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1"/>
          <p:cNvSpPr/>
          <p:nvPr/>
        </p:nvSpPr>
        <p:spPr>
          <a:xfrm flipH="1">
            <a:off x="11155271" y="3158780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1"/>
          <p:cNvSpPr/>
          <p:nvPr/>
        </p:nvSpPr>
        <p:spPr>
          <a:xfrm flipH="1">
            <a:off x="11155335" y="5276675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1"/>
          <p:cNvSpPr/>
          <p:nvPr/>
        </p:nvSpPr>
        <p:spPr>
          <a:xfrm flipH="1">
            <a:off x="11155239" y="2099836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1"/>
          <p:cNvSpPr/>
          <p:nvPr/>
        </p:nvSpPr>
        <p:spPr>
          <a:xfrm flipH="1">
            <a:off x="11150580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1"/>
          <p:cNvSpPr/>
          <p:nvPr/>
        </p:nvSpPr>
        <p:spPr>
          <a:xfrm flipH="1">
            <a:off x="11155303" y="4217724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1"/>
          <p:cNvSpPr/>
          <p:nvPr/>
        </p:nvSpPr>
        <p:spPr>
          <a:xfrm flipH="1">
            <a:off x="11155377" y="6335620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1"/>
          <p:cNvSpPr/>
          <p:nvPr/>
        </p:nvSpPr>
        <p:spPr>
          <a:xfrm rot="-5400000" flipH="1">
            <a:off x="11149678" y="15746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1" name="Google Shape;501;p11"/>
          <p:cNvSpPr/>
          <p:nvPr/>
        </p:nvSpPr>
        <p:spPr>
          <a:xfrm rot="-5400000">
            <a:off x="11416828" y="34262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2" name="Google Shape;502;p11"/>
          <p:cNvSpPr/>
          <p:nvPr/>
        </p:nvSpPr>
        <p:spPr>
          <a:xfrm flipH="1">
            <a:off x="11150578" y="5280138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3" name="Google Shape;503;p11"/>
          <p:cNvSpPr/>
          <p:nvPr/>
        </p:nvSpPr>
        <p:spPr>
          <a:xfrm flipH="1">
            <a:off x="11149222" y="1044363"/>
            <a:ext cx="10614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4" name="Google Shape;504;p11"/>
          <p:cNvSpPr/>
          <p:nvPr/>
        </p:nvSpPr>
        <p:spPr>
          <a:xfrm rot="10800000">
            <a:off x="11680060" y="104443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2"/>
          <p:cNvSpPr txBox="1">
            <a:spLocks noGrp="1"/>
          </p:cNvSpPr>
          <p:nvPr>
            <p:ph type="title"/>
          </p:nvPr>
        </p:nvSpPr>
        <p:spPr>
          <a:xfrm>
            <a:off x="4517150" y="1600825"/>
            <a:ext cx="62235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09" name="Google Shape;509;p12"/>
          <p:cNvSpPr txBox="1">
            <a:spLocks noGrp="1"/>
          </p:cNvSpPr>
          <p:nvPr>
            <p:ph type="body" idx="1"/>
          </p:nvPr>
        </p:nvSpPr>
        <p:spPr>
          <a:xfrm>
            <a:off x="4517150" y="2886975"/>
            <a:ext cx="6223500" cy="235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41275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2pPr>
            <a:lvl3pPr marL="1371600" lvl="2" indent="-41275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3pPr>
            <a:lvl4pPr marL="1828800" lvl="3" indent="-41275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4pPr>
            <a:lvl5pPr marL="2286000" lvl="4" indent="-41275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5pPr>
            <a:lvl6pPr marL="2743200" lvl="5" indent="-41275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6pPr>
            <a:lvl7pPr marL="3200400" lvl="6" indent="-41275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7pPr>
            <a:lvl8pPr marL="3657600" lvl="7" indent="-41275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8pPr>
            <a:lvl9pPr marL="4114800" lvl="8" indent="-41275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9pPr>
          </a:lstStyle>
          <a:p>
            <a:endParaRPr/>
          </a:p>
        </p:txBody>
      </p:sp>
      <p:sp>
        <p:nvSpPr>
          <p:cNvPr id="510" name="Google Shape;510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12"/>
          <p:cNvSpPr/>
          <p:nvPr/>
        </p:nvSpPr>
        <p:spPr>
          <a:xfrm flipH="1">
            <a:off x="4232689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2"/>
          <p:cNvSpPr/>
          <p:nvPr/>
        </p:nvSpPr>
        <p:spPr>
          <a:xfrm flipH="1">
            <a:off x="-5578" y="512950"/>
            <a:ext cx="424832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2"/>
          <p:cNvSpPr/>
          <p:nvPr/>
        </p:nvSpPr>
        <p:spPr>
          <a:xfrm flipH="1">
            <a:off x="2114780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2"/>
          <p:cNvSpPr/>
          <p:nvPr/>
        </p:nvSpPr>
        <p:spPr>
          <a:xfrm flipH="1">
            <a:off x="-5324" y="2630846"/>
            <a:ext cx="4248359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2"/>
          <p:cNvSpPr/>
          <p:nvPr/>
        </p:nvSpPr>
        <p:spPr>
          <a:xfrm flipH="1">
            <a:off x="-3096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2"/>
          <p:cNvSpPr/>
          <p:nvPr/>
        </p:nvSpPr>
        <p:spPr>
          <a:xfrm flipH="1">
            <a:off x="-5025" y="4748737"/>
            <a:ext cx="4248342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2"/>
          <p:cNvSpPr/>
          <p:nvPr/>
        </p:nvSpPr>
        <p:spPr>
          <a:xfrm flipH="1">
            <a:off x="3173751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2"/>
          <p:cNvSpPr/>
          <p:nvPr/>
        </p:nvSpPr>
        <p:spPr>
          <a:xfrm flipH="1">
            <a:off x="-5452" y="1571895"/>
            <a:ext cx="424834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2"/>
          <p:cNvSpPr/>
          <p:nvPr/>
        </p:nvSpPr>
        <p:spPr>
          <a:xfrm flipH="1">
            <a:off x="1055874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2"/>
          <p:cNvSpPr/>
          <p:nvPr/>
        </p:nvSpPr>
        <p:spPr>
          <a:xfrm flipH="1">
            <a:off x="-5153" y="3689791"/>
            <a:ext cx="424832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2"/>
          <p:cNvSpPr/>
          <p:nvPr/>
        </p:nvSpPr>
        <p:spPr>
          <a:xfrm flipH="1">
            <a:off x="-4899" y="5807688"/>
            <a:ext cx="4248355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2"/>
          <p:cNvSpPr/>
          <p:nvPr/>
        </p:nvSpPr>
        <p:spPr>
          <a:xfrm flipH="1">
            <a:off x="3703235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2"/>
          <p:cNvSpPr/>
          <p:nvPr/>
        </p:nvSpPr>
        <p:spPr>
          <a:xfrm flipH="1">
            <a:off x="-5536" y="1042422"/>
            <a:ext cx="4248358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2"/>
          <p:cNvSpPr/>
          <p:nvPr/>
        </p:nvSpPr>
        <p:spPr>
          <a:xfrm flipH="1">
            <a:off x="1585296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2"/>
          <p:cNvSpPr/>
          <p:nvPr/>
        </p:nvSpPr>
        <p:spPr>
          <a:xfrm flipH="1">
            <a:off x="-5238" y="3160319"/>
            <a:ext cx="424834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2"/>
          <p:cNvSpPr/>
          <p:nvPr/>
        </p:nvSpPr>
        <p:spPr>
          <a:xfrm flipH="1">
            <a:off x="-4983" y="5278215"/>
            <a:ext cx="4248368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2"/>
          <p:cNvSpPr/>
          <p:nvPr/>
        </p:nvSpPr>
        <p:spPr>
          <a:xfrm flipH="1">
            <a:off x="2644266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2"/>
          <p:cNvSpPr/>
          <p:nvPr/>
        </p:nvSpPr>
        <p:spPr>
          <a:xfrm flipH="1">
            <a:off x="-5366" y="2101374"/>
            <a:ext cx="424832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2"/>
          <p:cNvSpPr/>
          <p:nvPr/>
        </p:nvSpPr>
        <p:spPr>
          <a:xfrm flipH="1">
            <a:off x="526390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2"/>
          <p:cNvSpPr/>
          <p:nvPr/>
        </p:nvSpPr>
        <p:spPr>
          <a:xfrm flipH="1">
            <a:off x="-5110" y="4219264"/>
            <a:ext cx="4248354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2"/>
          <p:cNvSpPr/>
          <p:nvPr/>
        </p:nvSpPr>
        <p:spPr>
          <a:xfrm flipH="1">
            <a:off x="-4813" y="6337161"/>
            <a:ext cx="4248338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2"/>
          <p:cNvSpPr/>
          <p:nvPr/>
        </p:nvSpPr>
        <p:spPr>
          <a:xfrm rot="-5400000" flipH="1">
            <a:off x="-1153" y="422862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3" name="Google Shape;533;p12"/>
          <p:cNvSpPr/>
          <p:nvPr/>
        </p:nvSpPr>
        <p:spPr>
          <a:xfrm flipH="1">
            <a:off x="531335" y="520838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4" name="Google Shape;534;p12"/>
          <p:cNvSpPr/>
          <p:nvPr/>
        </p:nvSpPr>
        <p:spPr>
          <a:xfrm rot="-5400000" flipH="1">
            <a:off x="263125" y="789043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5" name="Google Shape;535;p12"/>
          <p:cNvSpPr/>
          <p:nvPr/>
        </p:nvSpPr>
        <p:spPr>
          <a:xfrm rot="10800000" flipH="1">
            <a:off x="528460" y="51804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2"/>
          <p:cNvSpPr/>
          <p:nvPr/>
        </p:nvSpPr>
        <p:spPr>
          <a:xfrm rot="10800000" flipH="1">
            <a:off x="2644257" y="-1455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7" name="Google Shape;537;p12"/>
          <p:cNvSpPr/>
          <p:nvPr/>
        </p:nvSpPr>
        <p:spPr>
          <a:xfrm rot="-5400000" flipH="1">
            <a:off x="3167847" y="52047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8" name="Google Shape;538;p12"/>
          <p:cNvSpPr/>
          <p:nvPr/>
        </p:nvSpPr>
        <p:spPr>
          <a:xfrm rot="10800000">
            <a:off x="3697442" y="-1525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2"/>
          <p:cNvSpPr/>
          <p:nvPr/>
        </p:nvSpPr>
        <p:spPr>
          <a:xfrm flipH="1">
            <a:off x="3698360" y="5813213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0" name="Google Shape;540;p12"/>
          <p:cNvSpPr/>
          <p:nvPr/>
        </p:nvSpPr>
        <p:spPr>
          <a:xfrm flipH="1">
            <a:off x="2645313" y="5819824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1" name="Google Shape;541;p12"/>
          <p:cNvSpPr/>
          <p:nvPr/>
        </p:nvSpPr>
        <p:spPr>
          <a:xfrm flipH="1">
            <a:off x="1587175" y="5283830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2" name="Google Shape;542;p12"/>
          <p:cNvSpPr/>
          <p:nvPr/>
        </p:nvSpPr>
        <p:spPr>
          <a:xfrm flipH="1">
            <a:off x="529235" y="58153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3" name="Google Shape;543;p12"/>
          <p:cNvSpPr/>
          <p:nvPr/>
        </p:nvSpPr>
        <p:spPr>
          <a:xfrm rot="5400000" flipH="1">
            <a:off x="262985" y="554906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4" name="Google Shape;544;p12"/>
          <p:cNvSpPr/>
          <p:nvPr/>
        </p:nvSpPr>
        <p:spPr>
          <a:xfrm rot="10800000">
            <a:off x="527642" y="581532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2"/>
          <p:cNvSpPr/>
          <p:nvPr/>
        </p:nvSpPr>
        <p:spPr>
          <a:xfrm flipH="1">
            <a:off x="2647010" y="10426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6" name="Google Shape;546;p12"/>
          <p:cNvSpPr>
            <a:spLocks noGrp="1"/>
          </p:cNvSpPr>
          <p:nvPr>
            <p:ph type="pic" idx="2"/>
          </p:nvPr>
        </p:nvSpPr>
        <p:spPr>
          <a:xfrm>
            <a:off x="510138" y="1582563"/>
            <a:ext cx="3717000" cy="37050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  <p:txBody>
          <a:bodyPr/>
          <a:p/>
        </p:txBody>
      </p:sp>
      <p:sp>
        <p:nvSpPr>
          <p:cNvPr id="547" name="Google Shape;547;p12"/>
          <p:cNvSpPr/>
          <p:nvPr/>
        </p:nvSpPr>
        <p:spPr>
          <a:xfrm flipH="1">
            <a:off x="2460" y="2103850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8" name="Google Shape;548;p12"/>
          <p:cNvSpPr/>
          <p:nvPr/>
        </p:nvSpPr>
        <p:spPr>
          <a:xfrm flipH="1">
            <a:off x="11138643" y="539475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2"/>
          <p:cNvSpPr/>
          <p:nvPr/>
        </p:nvSpPr>
        <p:spPr>
          <a:xfrm flipH="1">
            <a:off x="11138706" y="2657370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2"/>
          <p:cNvSpPr/>
          <p:nvPr/>
        </p:nvSpPr>
        <p:spPr>
          <a:xfrm flipH="1">
            <a:off x="11138781" y="4775260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2"/>
          <p:cNvSpPr/>
          <p:nvPr/>
        </p:nvSpPr>
        <p:spPr>
          <a:xfrm flipH="1">
            <a:off x="11138674" y="1598419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2"/>
          <p:cNvSpPr/>
          <p:nvPr/>
        </p:nvSpPr>
        <p:spPr>
          <a:xfrm flipH="1">
            <a:off x="11663521" y="-1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2"/>
          <p:cNvSpPr/>
          <p:nvPr/>
        </p:nvSpPr>
        <p:spPr>
          <a:xfrm flipH="1">
            <a:off x="11138749" y="3716314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2"/>
          <p:cNvSpPr/>
          <p:nvPr/>
        </p:nvSpPr>
        <p:spPr>
          <a:xfrm flipH="1">
            <a:off x="11138813" y="5834210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2"/>
          <p:cNvSpPr/>
          <p:nvPr/>
        </p:nvSpPr>
        <p:spPr>
          <a:xfrm flipH="1">
            <a:off x="11138653" y="1068946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2"/>
          <p:cNvSpPr/>
          <p:nvPr/>
        </p:nvSpPr>
        <p:spPr>
          <a:xfrm flipH="1">
            <a:off x="12192943" y="-1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2"/>
          <p:cNvSpPr/>
          <p:nvPr/>
        </p:nvSpPr>
        <p:spPr>
          <a:xfrm flipH="1">
            <a:off x="11138728" y="3186843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2"/>
          <p:cNvSpPr/>
          <p:nvPr/>
        </p:nvSpPr>
        <p:spPr>
          <a:xfrm flipH="1">
            <a:off x="11138792" y="5304737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2"/>
          <p:cNvSpPr/>
          <p:nvPr/>
        </p:nvSpPr>
        <p:spPr>
          <a:xfrm flipH="1">
            <a:off x="11138696" y="2127898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2"/>
          <p:cNvSpPr/>
          <p:nvPr/>
        </p:nvSpPr>
        <p:spPr>
          <a:xfrm flipH="1">
            <a:off x="11134037" y="-1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2"/>
          <p:cNvSpPr/>
          <p:nvPr/>
        </p:nvSpPr>
        <p:spPr>
          <a:xfrm flipH="1">
            <a:off x="11138760" y="4245787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2"/>
          <p:cNvSpPr/>
          <p:nvPr/>
        </p:nvSpPr>
        <p:spPr>
          <a:xfrm flipH="1">
            <a:off x="11138834" y="6363683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2"/>
          <p:cNvSpPr/>
          <p:nvPr/>
        </p:nvSpPr>
        <p:spPr>
          <a:xfrm rot="-5400000" flipH="1">
            <a:off x="11133135" y="160267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4" name="Google Shape;564;p12"/>
          <p:cNvSpPr/>
          <p:nvPr/>
        </p:nvSpPr>
        <p:spPr>
          <a:xfrm rot="-5400000">
            <a:off x="11400285" y="3454275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5" name="Google Shape;565;p12"/>
          <p:cNvSpPr/>
          <p:nvPr/>
        </p:nvSpPr>
        <p:spPr>
          <a:xfrm flipH="1">
            <a:off x="11134035" y="530820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6" name="Google Shape;566;p12"/>
          <p:cNvSpPr/>
          <p:nvPr/>
        </p:nvSpPr>
        <p:spPr>
          <a:xfrm flipH="1">
            <a:off x="11132678" y="1072425"/>
            <a:ext cx="10614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7" name="Google Shape;567;p12"/>
          <p:cNvSpPr/>
          <p:nvPr/>
        </p:nvSpPr>
        <p:spPr>
          <a:xfrm rot="10800000">
            <a:off x="11663517" y="1072497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and image left">
  <p:cSld name="ONE_COLUMN_TEXT_1"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3"/>
          <p:cNvSpPr/>
          <p:nvPr/>
        </p:nvSpPr>
        <p:spPr>
          <a:xfrm flipH="1">
            <a:off x="11131050" y="511400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3"/>
          <p:cNvSpPr/>
          <p:nvPr/>
        </p:nvSpPr>
        <p:spPr>
          <a:xfrm flipH="1">
            <a:off x="11131114" y="2629295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3"/>
          <p:cNvSpPr/>
          <p:nvPr/>
        </p:nvSpPr>
        <p:spPr>
          <a:xfrm flipH="1">
            <a:off x="11131188" y="4747185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3"/>
          <p:cNvSpPr/>
          <p:nvPr/>
        </p:nvSpPr>
        <p:spPr>
          <a:xfrm flipH="1">
            <a:off x="11131081" y="1570344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3"/>
          <p:cNvSpPr/>
          <p:nvPr/>
        </p:nvSpPr>
        <p:spPr>
          <a:xfrm flipH="1">
            <a:off x="11131156" y="3688239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3"/>
          <p:cNvSpPr/>
          <p:nvPr/>
        </p:nvSpPr>
        <p:spPr>
          <a:xfrm flipH="1">
            <a:off x="11131220" y="5806135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3"/>
          <p:cNvSpPr/>
          <p:nvPr/>
        </p:nvSpPr>
        <p:spPr>
          <a:xfrm flipH="1">
            <a:off x="11650503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3"/>
          <p:cNvSpPr/>
          <p:nvPr/>
        </p:nvSpPr>
        <p:spPr>
          <a:xfrm flipH="1">
            <a:off x="11131060" y="1040871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3"/>
          <p:cNvSpPr/>
          <p:nvPr/>
        </p:nvSpPr>
        <p:spPr>
          <a:xfrm flipH="1">
            <a:off x="11131135" y="3158768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3"/>
          <p:cNvSpPr/>
          <p:nvPr/>
        </p:nvSpPr>
        <p:spPr>
          <a:xfrm flipH="1">
            <a:off x="11131199" y="5276662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3"/>
          <p:cNvSpPr/>
          <p:nvPr/>
        </p:nvSpPr>
        <p:spPr>
          <a:xfrm flipH="1">
            <a:off x="11131103" y="2099823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3"/>
          <p:cNvSpPr/>
          <p:nvPr/>
        </p:nvSpPr>
        <p:spPr>
          <a:xfrm flipH="1">
            <a:off x="11131167" y="4217712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3"/>
          <p:cNvSpPr/>
          <p:nvPr/>
        </p:nvSpPr>
        <p:spPr>
          <a:xfrm flipH="1">
            <a:off x="11131241" y="6335608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3"/>
          <p:cNvSpPr/>
          <p:nvPr/>
        </p:nvSpPr>
        <p:spPr>
          <a:xfrm rot="5400000" flipH="1">
            <a:off x="11391198" y="253588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3" name="Google Shape;583;p13"/>
          <p:cNvSpPr/>
          <p:nvPr/>
        </p:nvSpPr>
        <p:spPr>
          <a:xfrm rot="5400000">
            <a:off x="11398505" y="779618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4" name="Google Shape;584;p13"/>
          <p:cNvSpPr/>
          <p:nvPr/>
        </p:nvSpPr>
        <p:spPr>
          <a:xfrm rot="10800000">
            <a:off x="11669476" y="508619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3"/>
          <p:cNvSpPr/>
          <p:nvPr/>
        </p:nvSpPr>
        <p:spPr>
          <a:xfrm>
            <a:off x="11666880" y="5276655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6" name="Google Shape;586;p13"/>
          <p:cNvSpPr/>
          <p:nvPr/>
        </p:nvSpPr>
        <p:spPr>
          <a:xfrm flipH="1">
            <a:off x="11139880" y="21051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7" name="Google Shape;587;p13"/>
          <p:cNvSpPr/>
          <p:nvPr/>
        </p:nvSpPr>
        <p:spPr>
          <a:xfrm flipH="1">
            <a:off x="11666130" y="4218813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8" name="Google Shape;588;p13"/>
          <p:cNvSpPr txBox="1">
            <a:spLocks noGrp="1"/>
          </p:cNvSpPr>
          <p:nvPr>
            <p:ph type="title"/>
          </p:nvPr>
        </p:nvSpPr>
        <p:spPr>
          <a:xfrm>
            <a:off x="5297641" y="509800"/>
            <a:ext cx="5637000" cy="4679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89" name="Google Shape;589;p13"/>
          <p:cNvSpPr txBox="1">
            <a:spLocks noGrp="1"/>
          </p:cNvSpPr>
          <p:nvPr>
            <p:ph type="body" idx="1"/>
          </p:nvPr>
        </p:nvSpPr>
        <p:spPr>
          <a:xfrm>
            <a:off x="217650" y="5491100"/>
            <a:ext cx="10717200" cy="857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412750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2pPr>
            <a:lvl3pPr marL="1371600" lvl="2" indent="-412750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3pPr>
            <a:lvl4pPr marL="1828800" lvl="3" indent="-412750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4pPr>
            <a:lvl5pPr marL="2286000" lvl="4" indent="-412750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5pPr>
            <a:lvl6pPr marL="2743200" lvl="5" indent="-412750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6pPr>
            <a:lvl7pPr marL="3200400" lvl="6" indent="-412750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7pPr>
            <a:lvl8pPr marL="3657600" lvl="7" indent="-412750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8pPr>
            <a:lvl9pPr marL="4114800" lvl="8" indent="-412750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9pPr>
          </a:lstStyle>
          <a:p>
            <a:endParaRPr/>
          </a:p>
        </p:txBody>
      </p:sp>
      <p:sp>
        <p:nvSpPr>
          <p:cNvPr id="590" name="Google Shape;590;p1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1" name="Google Shape;591;p13"/>
          <p:cNvSpPr>
            <a:spLocks noGrp="1"/>
          </p:cNvSpPr>
          <p:nvPr>
            <p:ph type="pic" idx="2"/>
          </p:nvPr>
        </p:nvSpPr>
        <p:spPr>
          <a:xfrm>
            <a:off x="598650" y="509800"/>
            <a:ext cx="6469500" cy="46794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592" name="Google Shape;592;p13"/>
          <p:cNvSpPr/>
          <p:nvPr/>
        </p:nvSpPr>
        <p:spPr>
          <a:xfrm flipH="1">
            <a:off x="11134037" y="-1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and image right">
  <p:cSld name="ONE_COLUMN_TEXT_1_1"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4"/>
          <p:cNvSpPr/>
          <p:nvPr/>
        </p:nvSpPr>
        <p:spPr>
          <a:xfrm flipH="1">
            <a:off x="11131050" y="511400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4"/>
          <p:cNvSpPr/>
          <p:nvPr/>
        </p:nvSpPr>
        <p:spPr>
          <a:xfrm flipH="1">
            <a:off x="11131114" y="2629295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4"/>
          <p:cNvSpPr/>
          <p:nvPr/>
        </p:nvSpPr>
        <p:spPr>
          <a:xfrm flipH="1">
            <a:off x="11131188" y="4747185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4"/>
          <p:cNvSpPr/>
          <p:nvPr/>
        </p:nvSpPr>
        <p:spPr>
          <a:xfrm flipH="1">
            <a:off x="11131081" y="1570344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4"/>
          <p:cNvSpPr/>
          <p:nvPr/>
        </p:nvSpPr>
        <p:spPr>
          <a:xfrm flipH="1">
            <a:off x="11131156" y="3688239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4"/>
          <p:cNvSpPr/>
          <p:nvPr/>
        </p:nvSpPr>
        <p:spPr>
          <a:xfrm flipH="1">
            <a:off x="11131220" y="5806135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4"/>
          <p:cNvSpPr/>
          <p:nvPr/>
        </p:nvSpPr>
        <p:spPr>
          <a:xfrm flipH="1">
            <a:off x="11650503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4"/>
          <p:cNvSpPr/>
          <p:nvPr/>
        </p:nvSpPr>
        <p:spPr>
          <a:xfrm flipH="1">
            <a:off x="11131060" y="1040871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4"/>
          <p:cNvSpPr/>
          <p:nvPr/>
        </p:nvSpPr>
        <p:spPr>
          <a:xfrm flipH="1">
            <a:off x="11131135" y="3158768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4"/>
          <p:cNvSpPr/>
          <p:nvPr/>
        </p:nvSpPr>
        <p:spPr>
          <a:xfrm flipH="1">
            <a:off x="11131199" y="5276662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4"/>
          <p:cNvSpPr/>
          <p:nvPr/>
        </p:nvSpPr>
        <p:spPr>
          <a:xfrm flipH="1">
            <a:off x="11131103" y="2099823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4"/>
          <p:cNvSpPr/>
          <p:nvPr/>
        </p:nvSpPr>
        <p:spPr>
          <a:xfrm flipH="1">
            <a:off x="11131167" y="4217712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4"/>
          <p:cNvSpPr/>
          <p:nvPr/>
        </p:nvSpPr>
        <p:spPr>
          <a:xfrm flipH="1">
            <a:off x="11131241" y="6335608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4"/>
          <p:cNvSpPr/>
          <p:nvPr/>
        </p:nvSpPr>
        <p:spPr>
          <a:xfrm rot="5400000" flipH="1">
            <a:off x="11391198" y="253588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8" name="Google Shape;608;p14"/>
          <p:cNvSpPr/>
          <p:nvPr/>
        </p:nvSpPr>
        <p:spPr>
          <a:xfrm rot="5400000">
            <a:off x="11398505" y="779618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9" name="Google Shape;609;p14"/>
          <p:cNvSpPr/>
          <p:nvPr/>
        </p:nvSpPr>
        <p:spPr>
          <a:xfrm rot="10800000">
            <a:off x="11669476" y="508619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4"/>
          <p:cNvSpPr/>
          <p:nvPr/>
        </p:nvSpPr>
        <p:spPr>
          <a:xfrm>
            <a:off x="11666880" y="5276655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1" name="Google Shape;611;p14"/>
          <p:cNvSpPr/>
          <p:nvPr/>
        </p:nvSpPr>
        <p:spPr>
          <a:xfrm flipH="1">
            <a:off x="11139880" y="21051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2" name="Google Shape;612;p14"/>
          <p:cNvSpPr/>
          <p:nvPr/>
        </p:nvSpPr>
        <p:spPr>
          <a:xfrm flipH="1">
            <a:off x="11666130" y="4218813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3" name="Google Shape;613;p14"/>
          <p:cNvSpPr/>
          <p:nvPr/>
        </p:nvSpPr>
        <p:spPr>
          <a:xfrm flipH="1">
            <a:off x="11134037" y="-1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4"/>
          <p:cNvSpPr>
            <a:spLocks noGrp="1"/>
          </p:cNvSpPr>
          <p:nvPr>
            <p:ph type="pic" idx="2"/>
          </p:nvPr>
        </p:nvSpPr>
        <p:spPr>
          <a:xfrm>
            <a:off x="6342475" y="0"/>
            <a:ext cx="5508600" cy="68580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615" name="Google Shape;615;p14"/>
          <p:cNvSpPr txBox="1">
            <a:spLocks noGrp="1"/>
          </p:cNvSpPr>
          <p:nvPr>
            <p:ph type="title"/>
          </p:nvPr>
        </p:nvSpPr>
        <p:spPr>
          <a:xfrm>
            <a:off x="636150" y="772250"/>
            <a:ext cx="5162400" cy="1645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4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16" name="Google Shape;616;p14"/>
          <p:cNvSpPr txBox="1">
            <a:spLocks noGrp="1"/>
          </p:cNvSpPr>
          <p:nvPr>
            <p:ph type="body" idx="1"/>
          </p:nvPr>
        </p:nvSpPr>
        <p:spPr>
          <a:xfrm>
            <a:off x="636150" y="2555350"/>
            <a:ext cx="5162400" cy="3530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412750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2pPr>
            <a:lvl3pPr marL="1371600" lvl="2" indent="-412750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3pPr>
            <a:lvl4pPr marL="1828800" lvl="3" indent="-412750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4pPr>
            <a:lvl5pPr marL="2286000" lvl="4" indent="-412750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5pPr>
            <a:lvl6pPr marL="2743200" lvl="5" indent="-412750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6pPr>
            <a:lvl7pPr marL="3200400" lvl="6" indent="-412750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7pPr>
            <a:lvl8pPr marL="3657600" lvl="7" indent="-412750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8pPr>
            <a:lvl9pPr marL="4114800" lvl="8" indent="-412750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9pPr>
          </a:lstStyle>
          <a:p>
            <a:endParaRPr/>
          </a:p>
        </p:txBody>
      </p:sp>
      <p:sp>
        <p:nvSpPr>
          <p:cNvPr id="617" name="Google Shape;617;p1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MAIN_POINT"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" name="Google Shape;619;p15"/>
          <p:cNvGrpSpPr/>
          <p:nvPr/>
        </p:nvGrpSpPr>
        <p:grpSpPr>
          <a:xfrm>
            <a:off x="-25943" y="-27948"/>
            <a:ext cx="12217854" cy="6914131"/>
            <a:chOff x="-25943" y="-27948"/>
            <a:chExt cx="12217854" cy="6914131"/>
          </a:xfrm>
        </p:grpSpPr>
        <p:grpSp>
          <p:nvGrpSpPr>
            <p:cNvPr id="620" name="Google Shape;620;p15"/>
            <p:cNvGrpSpPr/>
            <p:nvPr/>
          </p:nvGrpSpPr>
          <p:grpSpPr>
            <a:xfrm>
              <a:off x="5816035" y="-27948"/>
              <a:ext cx="6375876" cy="6911067"/>
              <a:chOff x="3744151" y="3553"/>
              <a:chExt cx="4037153" cy="4376032"/>
            </a:xfrm>
          </p:grpSpPr>
          <p:sp>
            <p:nvSpPr>
              <p:cNvPr id="621" name="Google Shape;621;p15"/>
              <p:cNvSpPr/>
              <p:nvPr/>
            </p:nvSpPr>
            <p:spPr>
              <a:xfrm>
                <a:off x="3746964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15"/>
              <p:cNvSpPr/>
              <p:nvPr/>
            </p:nvSpPr>
            <p:spPr>
              <a:xfrm>
                <a:off x="3744887" y="345147"/>
                <a:ext cx="4036417" cy="4993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3" extrusionOk="0">
                    <a:moveTo>
                      <a:pt x="4036418" y="4994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15"/>
              <p:cNvSpPr/>
              <p:nvPr/>
            </p:nvSpPr>
            <p:spPr>
              <a:xfrm>
                <a:off x="5088007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15"/>
              <p:cNvSpPr/>
              <p:nvPr/>
            </p:nvSpPr>
            <p:spPr>
              <a:xfrm>
                <a:off x="3744616" y="1686181"/>
                <a:ext cx="4036446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6" h="4991" extrusionOk="0">
                    <a:moveTo>
                      <a:pt x="4036446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15"/>
              <p:cNvSpPr/>
              <p:nvPr/>
            </p:nvSpPr>
            <p:spPr>
              <a:xfrm>
                <a:off x="6429029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15"/>
              <p:cNvSpPr/>
              <p:nvPr/>
            </p:nvSpPr>
            <p:spPr>
              <a:xfrm>
                <a:off x="3744349" y="3027212"/>
                <a:ext cx="4036429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9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15"/>
              <p:cNvSpPr/>
              <p:nvPr/>
            </p:nvSpPr>
            <p:spPr>
              <a:xfrm>
                <a:off x="441747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15"/>
              <p:cNvSpPr/>
              <p:nvPr/>
            </p:nvSpPr>
            <p:spPr>
              <a:xfrm>
                <a:off x="3744754" y="1015662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15"/>
              <p:cNvSpPr/>
              <p:nvPr/>
            </p:nvSpPr>
            <p:spPr>
              <a:xfrm>
                <a:off x="5758498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15"/>
              <p:cNvSpPr/>
              <p:nvPr/>
            </p:nvSpPr>
            <p:spPr>
              <a:xfrm>
                <a:off x="3744483" y="2356696"/>
                <a:ext cx="4036417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5" extrusionOk="0">
                    <a:moveTo>
                      <a:pt x="4036418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15"/>
              <p:cNvSpPr/>
              <p:nvPr/>
            </p:nvSpPr>
            <p:spPr>
              <a:xfrm>
                <a:off x="709956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>
                <a:off x="3744216" y="3697731"/>
                <a:ext cx="4036442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2" h="4991" extrusionOk="0">
                    <a:moveTo>
                      <a:pt x="4036442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>
                <a:off x="4082210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>
                <a:off x="3744819" y="680404"/>
                <a:ext cx="4036445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5" h="4995" extrusionOk="0">
                    <a:moveTo>
                      <a:pt x="403644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15"/>
              <p:cNvSpPr/>
              <p:nvPr/>
            </p:nvSpPr>
            <p:spPr>
              <a:xfrm>
                <a:off x="5423272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15"/>
              <p:cNvSpPr/>
              <p:nvPr/>
            </p:nvSpPr>
            <p:spPr>
              <a:xfrm>
                <a:off x="3744551" y="2021439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15"/>
              <p:cNvSpPr/>
              <p:nvPr/>
            </p:nvSpPr>
            <p:spPr>
              <a:xfrm>
                <a:off x="676429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15"/>
              <p:cNvSpPr/>
              <p:nvPr/>
            </p:nvSpPr>
            <p:spPr>
              <a:xfrm>
                <a:off x="3744284" y="3362473"/>
                <a:ext cx="4036454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54" h="4991" extrusionOk="0">
                    <a:moveTo>
                      <a:pt x="4036455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15"/>
              <p:cNvSpPr/>
              <p:nvPr/>
            </p:nvSpPr>
            <p:spPr>
              <a:xfrm>
                <a:off x="475274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15"/>
              <p:cNvSpPr/>
              <p:nvPr/>
            </p:nvSpPr>
            <p:spPr>
              <a:xfrm>
                <a:off x="3744685" y="1350924"/>
                <a:ext cx="4036417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1" extrusionOk="0">
                    <a:moveTo>
                      <a:pt x="4036418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15"/>
              <p:cNvSpPr/>
              <p:nvPr/>
            </p:nvSpPr>
            <p:spPr>
              <a:xfrm>
                <a:off x="6093763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15"/>
              <p:cNvSpPr/>
              <p:nvPr/>
            </p:nvSpPr>
            <p:spPr>
              <a:xfrm>
                <a:off x="3744418" y="2691954"/>
                <a:ext cx="4036441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1" h="4995" extrusionOk="0">
                    <a:moveTo>
                      <a:pt x="4036442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15"/>
              <p:cNvSpPr/>
              <p:nvPr/>
            </p:nvSpPr>
            <p:spPr>
              <a:xfrm>
                <a:off x="7434826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15"/>
              <p:cNvSpPr/>
              <p:nvPr/>
            </p:nvSpPr>
            <p:spPr>
              <a:xfrm>
                <a:off x="3744151" y="4032989"/>
                <a:ext cx="4036426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6" h="4995" extrusionOk="0">
                    <a:moveTo>
                      <a:pt x="403642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5" name="Google Shape;645;p15"/>
            <p:cNvSpPr/>
            <p:nvPr/>
          </p:nvSpPr>
          <p:spPr>
            <a:xfrm>
              <a:off x="1061" y="511525"/>
              <a:ext cx="5812440" cy="7889"/>
            </a:xfrm>
            <a:custGeom>
              <a:avLst/>
              <a:gdLst/>
              <a:ahLst/>
              <a:cxnLst/>
              <a:rect l="l" t="t" r="r" b="b"/>
              <a:pathLst>
                <a:path w="4036417" h="4993" extrusionOk="0">
                  <a:moveTo>
                    <a:pt x="4036418" y="499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5"/>
            <p:cNvSpPr/>
            <p:nvPr/>
          </p:nvSpPr>
          <p:spPr>
            <a:xfrm>
              <a:off x="156251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5"/>
            <p:cNvSpPr/>
            <p:nvPr/>
          </p:nvSpPr>
          <p:spPr>
            <a:xfrm>
              <a:off x="671" y="2629421"/>
              <a:ext cx="5812482" cy="7886"/>
            </a:xfrm>
            <a:custGeom>
              <a:avLst/>
              <a:gdLst/>
              <a:ahLst/>
              <a:cxnLst/>
              <a:rect l="l" t="t" r="r" b="b"/>
              <a:pathLst>
                <a:path w="4036446" h="4991" extrusionOk="0">
                  <a:moveTo>
                    <a:pt x="4036446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5"/>
            <p:cNvSpPr/>
            <p:nvPr/>
          </p:nvSpPr>
          <p:spPr>
            <a:xfrm>
              <a:off x="368038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15"/>
            <p:cNvSpPr/>
            <p:nvPr/>
          </p:nvSpPr>
          <p:spPr>
            <a:xfrm>
              <a:off x="286" y="4747312"/>
              <a:ext cx="5812458" cy="7892"/>
            </a:xfrm>
            <a:custGeom>
              <a:avLst/>
              <a:gdLst/>
              <a:ahLst/>
              <a:cxnLst/>
              <a:rect l="l" t="t" r="r" b="b"/>
              <a:pathLst>
                <a:path w="4036429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15"/>
            <p:cNvSpPr/>
            <p:nvPr/>
          </p:nvSpPr>
          <p:spPr>
            <a:xfrm>
              <a:off x="503541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5"/>
            <p:cNvSpPr/>
            <p:nvPr/>
          </p:nvSpPr>
          <p:spPr>
            <a:xfrm>
              <a:off x="870" y="1570470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5"/>
            <p:cNvSpPr/>
            <p:nvPr/>
          </p:nvSpPr>
          <p:spPr>
            <a:xfrm>
              <a:off x="262141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15"/>
            <p:cNvSpPr/>
            <p:nvPr/>
          </p:nvSpPr>
          <p:spPr>
            <a:xfrm>
              <a:off x="479" y="3688366"/>
              <a:ext cx="5812440" cy="7892"/>
            </a:xfrm>
            <a:custGeom>
              <a:avLst/>
              <a:gdLst/>
              <a:ahLst/>
              <a:cxnLst/>
              <a:rect l="l" t="t" r="r" b="b"/>
              <a:pathLst>
                <a:path w="4036417" h="4995" extrusionOk="0">
                  <a:moveTo>
                    <a:pt x="4036418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5"/>
            <p:cNvSpPr/>
            <p:nvPr/>
          </p:nvSpPr>
          <p:spPr>
            <a:xfrm>
              <a:off x="4739359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5"/>
            <p:cNvSpPr/>
            <p:nvPr/>
          </p:nvSpPr>
          <p:spPr>
            <a:xfrm>
              <a:off x="95" y="5806263"/>
              <a:ext cx="5812476" cy="7886"/>
            </a:xfrm>
            <a:custGeom>
              <a:avLst/>
              <a:gdLst/>
              <a:ahLst/>
              <a:cxnLst/>
              <a:rect l="l" t="t" r="r" b="b"/>
              <a:pathLst>
                <a:path w="4036442" h="4991" extrusionOk="0">
                  <a:moveTo>
                    <a:pt x="4036442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5"/>
            <p:cNvSpPr/>
            <p:nvPr/>
          </p:nvSpPr>
          <p:spPr>
            <a:xfrm>
              <a:off x="-259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5"/>
            <p:cNvSpPr/>
            <p:nvPr/>
          </p:nvSpPr>
          <p:spPr>
            <a:xfrm>
              <a:off x="963" y="1040997"/>
              <a:ext cx="5812481" cy="7892"/>
            </a:xfrm>
            <a:custGeom>
              <a:avLst/>
              <a:gdLst/>
              <a:ahLst/>
              <a:cxnLst/>
              <a:rect l="l" t="t" r="r" b="b"/>
              <a:pathLst>
                <a:path w="4036445" h="4995" extrusionOk="0">
                  <a:moveTo>
                    <a:pt x="403644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5"/>
            <p:cNvSpPr/>
            <p:nvPr/>
          </p:nvSpPr>
          <p:spPr>
            <a:xfrm>
              <a:off x="209199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5"/>
            <p:cNvSpPr/>
            <p:nvPr/>
          </p:nvSpPr>
          <p:spPr>
            <a:xfrm>
              <a:off x="577" y="3158894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5"/>
            <p:cNvSpPr/>
            <p:nvPr/>
          </p:nvSpPr>
          <p:spPr>
            <a:xfrm>
              <a:off x="4209874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5"/>
            <p:cNvSpPr/>
            <p:nvPr/>
          </p:nvSpPr>
          <p:spPr>
            <a:xfrm>
              <a:off x="193" y="5276790"/>
              <a:ext cx="5812494" cy="7886"/>
            </a:xfrm>
            <a:custGeom>
              <a:avLst/>
              <a:gdLst/>
              <a:ahLst/>
              <a:cxnLst/>
              <a:rect l="l" t="t" r="r" b="b"/>
              <a:pathLst>
                <a:path w="4036454" h="4991" extrusionOk="0">
                  <a:moveTo>
                    <a:pt x="4036455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5"/>
            <p:cNvSpPr/>
            <p:nvPr/>
          </p:nvSpPr>
          <p:spPr>
            <a:xfrm>
              <a:off x="103302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5"/>
            <p:cNvSpPr/>
            <p:nvPr/>
          </p:nvSpPr>
          <p:spPr>
            <a:xfrm>
              <a:off x="770" y="2099949"/>
              <a:ext cx="5812440" cy="7886"/>
            </a:xfrm>
            <a:custGeom>
              <a:avLst/>
              <a:gdLst/>
              <a:ahLst/>
              <a:cxnLst/>
              <a:rect l="l" t="t" r="r" b="b"/>
              <a:pathLst>
                <a:path w="4036417" h="4991" extrusionOk="0">
                  <a:moveTo>
                    <a:pt x="4036418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5"/>
            <p:cNvSpPr/>
            <p:nvPr/>
          </p:nvSpPr>
          <p:spPr>
            <a:xfrm>
              <a:off x="315090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5"/>
            <p:cNvSpPr/>
            <p:nvPr/>
          </p:nvSpPr>
          <p:spPr>
            <a:xfrm>
              <a:off x="386" y="4217839"/>
              <a:ext cx="5812475" cy="7892"/>
            </a:xfrm>
            <a:custGeom>
              <a:avLst/>
              <a:gdLst/>
              <a:ahLst/>
              <a:cxnLst/>
              <a:rect l="l" t="t" r="r" b="b"/>
              <a:pathLst>
                <a:path w="4036441" h="4995" extrusionOk="0">
                  <a:moveTo>
                    <a:pt x="4036442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5"/>
            <p:cNvSpPr/>
            <p:nvPr/>
          </p:nvSpPr>
          <p:spPr>
            <a:xfrm>
              <a:off x="52688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5"/>
            <p:cNvSpPr/>
            <p:nvPr/>
          </p:nvSpPr>
          <p:spPr>
            <a:xfrm>
              <a:off x="1" y="6335736"/>
              <a:ext cx="5812453" cy="7892"/>
            </a:xfrm>
            <a:custGeom>
              <a:avLst/>
              <a:gdLst/>
              <a:ahLst/>
              <a:cxnLst/>
              <a:rect l="l" t="t" r="r" b="b"/>
              <a:pathLst>
                <a:path w="4036426" h="4995" extrusionOk="0">
                  <a:moveTo>
                    <a:pt x="403642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8" name="Google Shape;668;p15"/>
          <p:cNvSpPr txBox="1">
            <a:spLocks noGrp="1"/>
          </p:cNvSpPr>
          <p:nvPr>
            <p:ph type="title"/>
          </p:nvPr>
        </p:nvSpPr>
        <p:spPr>
          <a:xfrm>
            <a:off x="683250" y="1874626"/>
            <a:ext cx="10825500" cy="3639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1"/>
          </p:nvPr>
        </p:nvSpPr>
        <p:spPr>
          <a:xfrm>
            <a:off x="683250" y="5595313"/>
            <a:ext cx="10825500" cy="73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ldNum" idx="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2" name="Google Shape;672;p15"/>
          <p:cNvSpPr/>
          <p:nvPr/>
        </p:nvSpPr>
        <p:spPr>
          <a:xfrm>
            <a:off x="7025" y="1062650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3" name="Google Shape;673;p15"/>
          <p:cNvSpPr/>
          <p:nvPr/>
        </p:nvSpPr>
        <p:spPr>
          <a:xfrm rot="5400000">
            <a:off x="-527187" y="5304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4" name="Google Shape;674;p15"/>
          <p:cNvSpPr/>
          <p:nvPr/>
        </p:nvSpPr>
        <p:spPr>
          <a:xfrm rot="5400000" flipH="1">
            <a:off x="-105" y="105733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5"/>
          <p:cNvSpPr/>
          <p:nvPr/>
        </p:nvSpPr>
        <p:spPr>
          <a:xfrm>
            <a:off x="536675" y="58138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6" name="Google Shape;676;p15"/>
          <p:cNvSpPr/>
          <p:nvPr/>
        </p:nvSpPr>
        <p:spPr>
          <a:xfrm rot="5400000">
            <a:off x="10853600" y="78282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7" name="Google Shape;677;p15"/>
          <p:cNvSpPr/>
          <p:nvPr/>
        </p:nvSpPr>
        <p:spPr>
          <a:xfrm rot="5400000">
            <a:off x="10853600" y="237597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8" name="Google Shape;678;p15"/>
          <p:cNvSpPr/>
          <p:nvPr/>
        </p:nvSpPr>
        <p:spPr>
          <a:xfrm rot="-5400000">
            <a:off x="11391500" y="1838075"/>
            <a:ext cx="528900" cy="107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9" name="Google Shape;679;p15"/>
          <p:cNvSpPr/>
          <p:nvPr/>
        </p:nvSpPr>
        <p:spPr>
          <a:xfrm rot="5400000">
            <a:off x="11119057" y="210903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5"/>
          <p:cNvSpPr/>
          <p:nvPr/>
        </p:nvSpPr>
        <p:spPr>
          <a:xfrm rot="10800000">
            <a:off x="11131750" y="635100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1" name="Google Shape;681;p15"/>
          <p:cNvSpPr/>
          <p:nvPr/>
        </p:nvSpPr>
        <p:spPr>
          <a:xfrm>
            <a:off x="11648750" y="5283450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2" name="Google Shape;682;p15"/>
          <p:cNvSpPr/>
          <p:nvPr/>
        </p:nvSpPr>
        <p:spPr>
          <a:xfrm>
            <a:off x="2090175" y="-28000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3" name="Google Shape;683;p15"/>
          <p:cNvSpPr/>
          <p:nvPr/>
        </p:nvSpPr>
        <p:spPr>
          <a:xfrm rot="5400000">
            <a:off x="2883825" y="237700"/>
            <a:ext cx="10617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4" name="Google Shape;684;p15"/>
          <p:cNvSpPr/>
          <p:nvPr/>
        </p:nvSpPr>
        <p:spPr>
          <a:xfrm rot="10800000">
            <a:off x="3149431" y="-2794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6"/>
          <p:cNvSpPr/>
          <p:nvPr/>
        </p:nvSpPr>
        <p:spPr>
          <a:xfrm>
            <a:off x="7954078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6"/>
          <p:cNvSpPr/>
          <p:nvPr/>
        </p:nvSpPr>
        <p:spPr>
          <a:xfrm>
            <a:off x="7950402" y="511525"/>
            <a:ext cx="4238238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6"/>
          <p:cNvSpPr/>
          <p:nvPr/>
        </p:nvSpPr>
        <p:spPr>
          <a:xfrm>
            <a:off x="10071987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6"/>
          <p:cNvSpPr/>
          <p:nvPr/>
        </p:nvSpPr>
        <p:spPr>
          <a:xfrm>
            <a:off x="7950117" y="2629421"/>
            <a:ext cx="4238268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6"/>
          <p:cNvSpPr/>
          <p:nvPr/>
        </p:nvSpPr>
        <p:spPr>
          <a:xfrm>
            <a:off x="7949836" y="4747312"/>
            <a:ext cx="4238250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6"/>
          <p:cNvSpPr/>
          <p:nvPr/>
        </p:nvSpPr>
        <p:spPr>
          <a:xfrm>
            <a:off x="9013016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6"/>
          <p:cNvSpPr/>
          <p:nvPr/>
        </p:nvSpPr>
        <p:spPr>
          <a:xfrm>
            <a:off x="7950262" y="1570470"/>
            <a:ext cx="4238252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6"/>
          <p:cNvSpPr/>
          <p:nvPr/>
        </p:nvSpPr>
        <p:spPr>
          <a:xfrm>
            <a:off x="11130893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6"/>
          <p:cNvSpPr/>
          <p:nvPr/>
        </p:nvSpPr>
        <p:spPr>
          <a:xfrm>
            <a:off x="7949977" y="3688366"/>
            <a:ext cx="4238238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6"/>
          <p:cNvSpPr/>
          <p:nvPr/>
        </p:nvSpPr>
        <p:spPr>
          <a:xfrm>
            <a:off x="7949697" y="5806263"/>
            <a:ext cx="4238264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6"/>
          <p:cNvSpPr/>
          <p:nvPr/>
        </p:nvSpPr>
        <p:spPr>
          <a:xfrm>
            <a:off x="8483532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6"/>
          <p:cNvSpPr/>
          <p:nvPr/>
        </p:nvSpPr>
        <p:spPr>
          <a:xfrm>
            <a:off x="7950330" y="1040997"/>
            <a:ext cx="42382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6"/>
          <p:cNvSpPr/>
          <p:nvPr/>
        </p:nvSpPr>
        <p:spPr>
          <a:xfrm>
            <a:off x="10601471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6"/>
          <p:cNvSpPr/>
          <p:nvPr/>
        </p:nvSpPr>
        <p:spPr>
          <a:xfrm>
            <a:off x="7950049" y="3158894"/>
            <a:ext cx="4238252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6"/>
          <p:cNvSpPr/>
          <p:nvPr/>
        </p:nvSpPr>
        <p:spPr>
          <a:xfrm>
            <a:off x="7949768" y="5276790"/>
            <a:ext cx="4238277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16"/>
          <p:cNvSpPr/>
          <p:nvPr/>
        </p:nvSpPr>
        <p:spPr>
          <a:xfrm>
            <a:off x="9542501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6"/>
          <p:cNvSpPr/>
          <p:nvPr/>
        </p:nvSpPr>
        <p:spPr>
          <a:xfrm>
            <a:off x="7950189" y="2099949"/>
            <a:ext cx="4238238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6"/>
          <p:cNvSpPr/>
          <p:nvPr/>
        </p:nvSpPr>
        <p:spPr>
          <a:xfrm>
            <a:off x="11660377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6"/>
          <p:cNvSpPr/>
          <p:nvPr/>
        </p:nvSpPr>
        <p:spPr>
          <a:xfrm>
            <a:off x="7949909" y="4217839"/>
            <a:ext cx="4238263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6"/>
          <p:cNvSpPr/>
          <p:nvPr/>
        </p:nvSpPr>
        <p:spPr>
          <a:xfrm>
            <a:off x="7949628" y="6335736"/>
            <a:ext cx="4238247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6"/>
          <p:cNvSpPr/>
          <p:nvPr/>
        </p:nvSpPr>
        <p:spPr>
          <a:xfrm rot="5400000">
            <a:off x="10604613" y="42272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7" name="Google Shape;707;p16"/>
          <p:cNvSpPr/>
          <p:nvPr/>
        </p:nvSpPr>
        <p:spPr>
          <a:xfrm>
            <a:off x="10072125" y="369679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8" name="Google Shape;708;p16"/>
          <p:cNvSpPr/>
          <p:nvPr/>
        </p:nvSpPr>
        <p:spPr>
          <a:xfrm rot="5400000">
            <a:off x="9537913" y="316455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9" name="Google Shape;709;p16"/>
          <p:cNvSpPr/>
          <p:nvPr/>
        </p:nvSpPr>
        <p:spPr>
          <a:xfrm>
            <a:off x="10072125" y="2639783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0" name="Google Shape;710;p16"/>
          <p:cNvSpPr/>
          <p:nvPr/>
        </p:nvSpPr>
        <p:spPr>
          <a:xfrm>
            <a:off x="10072125" y="519425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1" name="Google Shape;711;p16"/>
          <p:cNvSpPr/>
          <p:nvPr/>
        </p:nvSpPr>
        <p:spPr>
          <a:xfrm rot="5400000">
            <a:off x="10072875" y="1577975"/>
            <a:ext cx="26475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2" name="Google Shape;712;p16"/>
          <p:cNvSpPr/>
          <p:nvPr/>
        </p:nvSpPr>
        <p:spPr>
          <a:xfrm rot="10800000">
            <a:off x="11134206" y="51663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6"/>
          <p:cNvSpPr/>
          <p:nvPr/>
        </p:nvSpPr>
        <p:spPr>
          <a:xfrm flipH="1">
            <a:off x="11134231" y="263912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6"/>
          <p:cNvSpPr/>
          <p:nvPr/>
        </p:nvSpPr>
        <p:spPr>
          <a:xfrm rot="10800000" flipH="1">
            <a:off x="10064988" y="263912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6"/>
          <p:cNvSpPr/>
          <p:nvPr/>
        </p:nvSpPr>
        <p:spPr>
          <a:xfrm rot="5400000" flipH="1">
            <a:off x="10064995" y="369148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6"/>
          <p:cNvSpPr/>
          <p:nvPr/>
        </p:nvSpPr>
        <p:spPr>
          <a:xfrm rot="-5400000" flipH="1">
            <a:off x="11134209" y="3696090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6"/>
          <p:cNvSpPr/>
          <p:nvPr/>
        </p:nvSpPr>
        <p:spPr>
          <a:xfrm rot="10800000">
            <a:off x="7958328" y="3692183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8" name="Google Shape;718;p16"/>
          <p:cNvSpPr/>
          <p:nvPr/>
        </p:nvSpPr>
        <p:spPr>
          <a:xfrm rot="5400000">
            <a:off x="7434738" y="42272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9" name="Google Shape;719;p16"/>
          <p:cNvSpPr/>
          <p:nvPr/>
        </p:nvSpPr>
        <p:spPr>
          <a:xfrm rot="10800000" flipH="1">
            <a:off x="7964350" y="369148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6"/>
          <p:cNvSpPr/>
          <p:nvPr/>
        </p:nvSpPr>
        <p:spPr>
          <a:xfrm>
            <a:off x="7964400" y="581180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1" name="Google Shape;721;p16"/>
          <p:cNvSpPr/>
          <p:nvPr/>
        </p:nvSpPr>
        <p:spPr>
          <a:xfrm>
            <a:off x="9018375" y="0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2" name="Google Shape;722;p16"/>
          <p:cNvSpPr/>
          <p:nvPr/>
        </p:nvSpPr>
        <p:spPr>
          <a:xfrm rot="5400000">
            <a:off x="8222475" y="130630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3" name="Google Shape;723;p16"/>
          <p:cNvSpPr/>
          <p:nvPr/>
        </p:nvSpPr>
        <p:spPr>
          <a:xfrm>
            <a:off x="9019125" y="4744950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4" name="Google Shape;724;p16"/>
          <p:cNvSpPr/>
          <p:nvPr/>
        </p:nvSpPr>
        <p:spPr>
          <a:xfrm rot="-5400000">
            <a:off x="11397160" y="5540025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5" name="Google Shape;725;p16"/>
          <p:cNvSpPr/>
          <p:nvPr/>
        </p:nvSpPr>
        <p:spPr>
          <a:xfrm>
            <a:off x="10077075" y="4753100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6" name="Google Shape;726;p16"/>
          <p:cNvSpPr/>
          <p:nvPr/>
        </p:nvSpPr>
        <p:spPr>
          <a:xfrm>
            <a:off x="11135025" y="5813900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7" name="Google Shape;727;p16"/>
          <p:cNvSpPr/>
          <p:nvPr/>
        </p:nvSpPr>
        <p:spPr>
          <a:xfrm rot="10800000" flipH="1">
            <a:off x="11135025" y="5813910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6"/>
          <p:cNvSpPr/>
          <p:nvPr/>
        </p:nvSpPr>
        <p:spPr>
          <a:xfrm rot="10800000">
            <a:off x="7949625" y="104692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9" name="Google Shape;729;p16"/>
          <p:cNvSpPr txBox="1">
            <a:spLocks noGrp="1"/>
          </p:cNvSpPr>
          <p:nvPr>
            <p:ph type="title"/>
          </p:nvPr>
        </p:nvSpPr>
        <p:spPr>
          <a:xfrm>
            <a:off x="653673" y="600200"/>
            <a:ext cx="69474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730" name="Google Shape;730;p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1" name="Google Shape;731;p16"/>
          <p:cNvSpPr/>
          <p:nvPr/>
        </p:nvSpPr>
        <p:spPr>
          <a:xfrm rot="-5400000" flipH="1">
            <a:off x="8487932" y="104623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image with Caption">
  <p:cSld name="CAPTION_ONLY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7"/>
          <p:cNvSpPr>
            <a:spLocks noGrp="1"/>
          </p:cNvSpPr>
          <p:nvPr>
            <p:ph type="pic" idx="2"/>
          </p:nvPr>
        </p:nvSpPr>
        <p:spPr>
          <a:xfrm>
            <a:off x="1875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734" name="Google Shape;734;p17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49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735" name="Google Shape;735;p1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" name="Google Shape;737;p18"/>
          <p:cNvGrpSpPr/>
          <p:nvPr/>
        </p:nvGrpSpPr>
        <p:grpSpPr>
          <a:xfrm>
            <a:off x="-25943" y="-27948"/>
            <a:ext cx="12217854" cy="6914131"/>
            <a:chOff x="-25943" y="-27948"/>
            <a:chExt cx="12217854" cy="6914131"/>
          </a:xfrm>
        </p:grpSpPr>
        <p:grpSp>
          <p:nvGrpSpPr>
            <p:cNvPr id="738" name="Google Shape;738;p18"/>
            <p:cNvGrpSpPr/>
            <p:nvPr/>
          </p:nvGrpSpPr>
          <p:grpSpPr>
            <a:xfrm>
              <a:off x="5816035" y="-27948"/>
              <a:ext cx="6375876" cy="6911067"/>
              <a:chOff x="3744151" y="3553"/>
              <a:chExt cx="4037153" cy="4376032"/>
            </a:xfrm>
          </p:grpSpPr>
          <p:sp>
            <p:nvSpPr>
              <p:cNvPr id="739" name="Google Shape;739;p18"/>
              <p:cNvSpPr/>
              <p:nvPr/>
            </p:nvSpPr>
            <p:spPr>
              <a:xfrm>
                <a:off x="3746964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18"/>
              <p:cNvSpPr/>
              <p:nvPr/>
            </p:nvSpPr>
            <p:spPr>
              <a:xfrm>
                <a:off x="3744887" y="345147"/>
                <a:ext cx="4036417" cy="4993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3" extrusionOk="0">
                    <a:moveTo>
                      <a:pt x="4036418" y="4994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18"/>
              <p:cNvSpPr/>
              <p:nvPr/>
            </p:nvSpPr>
            <p:spPr>
              <a:xfrm>
                <a:off x="5088007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18"/>
              <p:cNvSpPr/>
              <p:nvPr/>
            </p:nvSpPr>
            <p:spPr>
              <a:xfrm>
                <a:off x="3744616" y="1686181"/>
                <a:ext cx="4036446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6" h="4991" extrusionOk="0">
                    <a:moveTo>
                      <a:pt x="4036446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18"/>
              <p:cNvSpPr/>
              <p:nvPr/>
            </p:nvSpPr>
            <p:spPr>
              <a:xfrm>
                <a:off x="6429029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18"/>
              <p:cNvSpPr/>
              <p:nvPr/>
            </p:nvSpPr>
            <p:spPr>
              <a:xfrm>
                <a:off x="3744349" y="3027212"/>
                <a:ext cx="4036429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9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18"/>
              <p:cNvSpPr/>
              <p:nvPr/>
            </p:nvSpPr>
            <p:spPr>
              <a:xfrm>
                <a:off x="441747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18"/>
              <p:cNvSpPr/>
              <p:nvPr/>
            </p:nvSpPr>
            <p:spPr>
              <a:xfrm>
                <a:off x="3744754" y="1015662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18"/>
              <p:cNvSpPr/>
              <p:nvPr/>
            </p:nvSpPr>
            <p:spPr>
              <a:xfrm>
                <a:off x="5758498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18"/>
              <p:cNvSpPr/>
              <p:nvPr/>
            </p:nvSpPr>
            <p:spPr>
              <a:xfrm>
                <a:off x="3744483" y="2356696"/>
                <a:ext cx="4036417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5" extrusionOk="0">
                    <a:moveTo>
                      <a:pt x="4036418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18"/>
              <p:cNvSpPr/>
              <p:nvPr/>
            </p:nvSpPr>
            <p:spPr>
              <a:xfrm>
                <a:off x="709956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3744216" y="3697731"/>
                <a:ext cx="4036442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2" h="4991" extrusionOk="0">
                    <a:moveTo>
                      <a:pt x="4036442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18"/>
              <p:cNvSpPr/>
              <p:nvPr/>
            </p:nvSpPr>
            <p:spPr>
              <a:xfrm>
                <a:off x="4082210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18"/>
              <p:cNvSpPr/>
              <p:nvPr/>
            </p:nvSpPr>
            <p:spPr>
              <a:xfrm>
                <a:off x="3744819" y="680404"/>
                <a:ext cx="4036445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5" h="4995" extrusionOk="0">
                    <a:moveTo>
                      <a:pt x="403644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18"/>
              <p:cNvSpPr/>
              <p:nvPr/>
            </p:nvSpPr>
            <p:spPr>
              <a:xfrm>
                <a:off x="5423272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18"/>
              <p:cNvSpPr/>
              <p:nvPr/>
            </p:nvSpPr>
            <p:spPr>
              <a:xfrm>
                <a:off x="3744551" y="2021439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18"/>
              <p:cNvSpPr/>
              <p:nvPr/>
            </p:nvSpPr>
            <p:spPr>
              <a:xfrm>
                <a:off x="676429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18"/>
              <p:cNvSpPr/>
              <p:nvPr/>
            </p:nvSpPr>
            <p:spPr>
              <a:xfrm>
                <a:off x="3744284" y="3362473"/>
                <a:ext cx="4036454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54" h="4991" extrusionOk="0">
                    <a:moveTo>
                      <a:pt x="4036455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>
                <a:off x="475274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18"/>
              <p:cNvSpPr/>
              <p:nvPr/>
            </p:nvSpPr>
            <p:spPr>
              <a:xfrm>
                <a:off x="3744685" y="1350924"/>
                <a:ext cx="4036417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1" extrusionOk="0">
                    <a:moveTo>
                      <a:pt x="4036418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18"/>
              <p:cNvSpPr/>
              <p:nvPr/>
            </p:nvSpPr>
            <p:spPr>
              <a:xfrm>
                <a:off x="6093763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18"/>
              <p:cNvSpPr/>
              <p:nvPr/>
            </p:nvSpPr>
            <p:spPr>
              <a:xfrm>
                <a:off x="3744418" y="2691954"/>
                <a:ext cx="4036441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1" h="4995" extrusionOk="0">
                    <a:moveTo>
                      <a:pt x="4036442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18"/>
              <p:cNvSpPr/>
              <p:nvPr/>
            </p:nvSpPr>
            <p:spPr>
              <a:xfrm>
                <a:off x="7434826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18"/>
              <p:cNvSpPr/>
              <p:nvPr/>
            </p:nvSpPr>
            <p:spPr>
              <a:xfrm>
                <a:off x="3744151" y="4032989"/>
                <a:ext cx="4036426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6" h="4995" extrusionOk="0">
                    <a:moveTo>
                      <a:pt x="403642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63" name="Google Shape;763;p18"/>
            <p:cNvSpPr/>
            <p:nvPr/>
          </p:nvSpPr>
          <p:spPr>
            <a:xfrm>
              <a:off x="1061" y="511525"/>
              <a:ext cx="5812440" cy="7889"/>
            </a:xfrm>
            <a:custGeom>
              <a:avLst/>
              <a:gdLst/>
              <a:ahLst/>
              <a:cxnLst/>
              <a:rect l="l" t="t" r="r" b="b"/>
              <a:pathLst>
                <a:path w="4036417" h="4993" extrusionOk="0">
                  <a:moveTo>
                    <a:pt x="4036418" y="499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18"/>
            <p:cNvSpPr/>
            <p:nvPr/>
          </p:nvSpPr>
          <p:spPr>
            <a:xfrm>
              <a:off x="156251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18"/>
            <p:cNvSpPr/>
            <p:nvPr/>
          </p:nvSpPr>
          <p:spPr>
            <a:xfrm>
              <a:off x="671" y="2629421"/>
              <a:ext cx="5812482" cy="7886"/>
            </a:xfrm>
            <a:custGeom>
              <a:avLst/>
              <a:gdLst/>
              <a:ahLst/>
              <a:cxnLst/>
              <a:rect l="l" t="t" r="r" b="b"/>
              <a:pathLst>
                <a:path w="4036446" h="4991" extrusionOk="0">
                  <a:moveTo>
                    <a:pt x="4036446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18"/>
            <p:cNvSpPr/>
            <p:nvPr/>
          </p:nvSpPr>
          <p:spPr>
            <a:xfrm>
              <a:off x="368038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18"/>
            <p:cNvSpPr/>
            <p:nvPr/>
          </p:nvSpPr>
          <p:spPr>
            <a:xfrm>
              <a:off x="286" y="4747312"/>
              <a:ext cx="5812458" cy="7892"/>
            </a:xfrm>
            <a:custGeom>
              <a:avLst/>
              <a:gdLst/>
              <a:ahLst/>
              <a:cxnLst/>
              <a:rect l="l" t="t" r="r" b="b"/>
              <a:pathLst>
                <a:path w="4036429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18"/>
            <p:cNvSpPr/>
            <p:nvPr/>
          </p:nvSpPr>
          <p:spPr>
            <a:xfrm>
              <a:off x="503541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18"/>
            <p:cNvSpPr/>
            <p:nvPr/>
          </p:nvSpPr>
          <p:spPr>
            <a:xfrm>
              <a:off x="870" y="1570470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18"/>
            <p:cNvSpPr/>
            <p:nvPr/>
          </p:nvSpPr>
          <p:spPr>
            <a:xfrm>
              <a:off x="262141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18"/>
            <p:cNvSpPr/>
            <p:nvPr/>
          </p:nvSpPr>
          <p:spPr>
            <a:xfrm>
              <a:off x="479" y="3688366"/>
              <a:ext cx="5812440" cy="7892"/>
            </a:xfrm>
            <a:custGeom>
              <a:avLst/>
              <a:gdLst/>
              <a:ahLst/>
              <a:cxnLst/>
              <a:rect l="l" t="t" r="r" b="b"/>
              <a:pathLst>
                <a:path w="4036417" h="4995" extrusionOk="0">
                  <a:moveTo>
                    <a:pt x="4036418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18"/>
            <p:cNvSpPr/>
            <p:nvPr/>
          </p:nvSpPr>
          <p:spPr>
            <a:xfrm>
              <a:off x="4739359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18"/>
            <p:cNvSpPr/>
            <p:nvPr/>
          </p:nvSpPr>
          <p:spPr>
            <a:xfrm>
              <a:off x="95" y="5806263"/>
              <a:ext cx="5812476" cy="7886"/>
            </a:xfrm>
            <a:custGeom>
              <a:avLst/>
              <a:gdLst/>
              <a:ahLst/>
              <a:cxnLst/>
              <a:rect l="l" t="t" r="r" b="b"/>
              <a:pathLst>
                <a:path w="4036442" h="4991" extrusionOk="0">
                  <a:moveTo>
                    <a:pt x="4036442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18"/>
            <p:cNvSpPr/>
            <p:nvPr/>
          </p:nvSpPr>
          <p:spPr>
            <a:xfrm>
              <a:off x="-259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18"/>
            <p:cNvSpPr/>
            <p:nvPr/>
          </p:nvSpPr>
          <p:spPr>
            <a:xfrm>
              <a:off x="963" y="1040997"/>
              <a:ext cx="5812481" cy="7892"/>
            </a:xfrm>
            <a:custGeom>
              <a:avLst/>
              <a:gdLst/>
              <a:ahLst/>
              <a:cxnLst/>
              <a:rect l="l" t="t" r="r" b="b"/>
              <a:pathLst>
                <a:path w="4036445" h="4995" extrusionOk="0">
                  <a:moveTo>
                    <a:pt x="403644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18"/>
            <p:cNvSpPr/>
            <p:nvPr/>
          </p:nvSpPr>
          <p:spPr>
            <a:xfrm>
              <a:off x="209199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18"/>
            <p:cNvSpPr/>
            <p:nvPr/>
          </p:nvSpPr>
          <p:spPr>
            <a:xfrm>
              <a:off x="577" y="3158894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18"/>
            <p:cNvSpPr/>
            <p:nvPr/>
          </p:nvSpPr>
          <p:spPr>
            <a:xfrm>
              <a:off x="4209874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18"/>
            <p:cNvSpPr/>
            <p:nvPr/>
          </p:nvSpPr>
          <p:spPr>
            <a:xfrm>
              <a:off x="193" y="5276790"/>
              <a:ext cx="5812494" cy="7886"/>
            </a:xfrm>
            <a:custGeom>
              <a:avLst/>
              <a:gdLst/>
              <a:ahLst/>
              <a:cxnLst/>
              <a:rect l="l" t="t" r="r" b="b"/>
              <a:pathLst>
                <a:path w="4036454" h="4991" extrusionOk="0">
                  <a:moveTo>
                    <a:pt x="4036455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18"/>
            <p:cNvSpPr/>
            <p:nvPr/>
          </p:nvSpPr>
          <p:spPr>
            <a:xfrm>
              <a:off x="103302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18"/>
            <p:cNvSpPr/>
            <p:nvPr/>
          </p:nvSpPr>
          <p:spPr>
            <a:xfrm>
              <a:off x="770" y="2099949"/>
              <a:ext cx="5812440" cy="7886"/>
            </a:xfrm>
            <a:custGeom>
              <a:avLst/>
              <a:gdLst/>
              <a:ahLst/>
              <a:cxnLst/>
              <a:rect l="l" t="t" r="r" b="b"/>
              <a:pathLst>
                <a:path w="4036417" h="4991" extrusionOk="0">
                  <a:moveTo>
                    <a:pt x="4036418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315090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386" y="4217839"/>
              <a:ext cx="5812475" cy="7892"/>
            </a:xfrm>
            <a:custGeom>
              <a:avLst/>
              <a:gdLst/>
              <a:ahLst/>
              <a:cxnLst/>
              <a:rect l="l" t="t" r="r" b="b"/>
              <a:pathLst>
                <a:path w="4036441" h="4995" extrusionOk="0">
                  <a:moveTo>
                    <a:pt x="4036442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52688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1" y="6335736"/>
              <a:ext cx="5812453" cy="7892"/>
            </a:xfrm>
            <a:custGeom>
              <a:avLst/>
              <a:gdLst/>
              <a:ahLst/>
              <a:cxnLst/>
              <a:rect l="l" t="t" r="r" b="b"/>
              <a:pathLst>
                <a:path w="4036426" h="4995" extrusionOk="0">
                  <a:moveTo>
                    <a:pt x="403642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6" name="Google Shape;786;p18"/>
          <p:cNvSpPr/>
          <p:nvPr/>
        </p:nvSpPr>
        <p:spPr>
          <a:xfrm>
            <a:off x="-12900" y="1417950"/>
            <a:ext cx="12217800" cy="402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7" name="Google Shape;787;p1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8" name="Google Shape;788;p18"/>
          <p:cNvSpPr/>
          <p:nvPr/>
        </p:nvSpPr>
        <p:spPr>
          <a:xfrm>
            <a:off x="10538" y="51286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9" name="Google Shape;789;p18"/>
          <p:cNvSpPr/>
          <p:nvPr/>
        </p:nvSpPr>
        <p:spPr>
          <a:xfrm rot="5400000">
            <a:off x="-280812" y="223542"/>
            <a:ext cx="11040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0" name="Google Shape;790;p18"/>
          <p:cNvSpPr/>
          <p:nvPr/>
        </p:nvSpPr>
        <p:spPr>
          <a:xfrm rot="5400000" flipH="1">
            <a:off x="3407" y="507548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18"/>
          <p:cNvSpPr/>
          <p:nvPr/>
        </p:nvSpPr>
        <p:spPr>
          <a:xfrm rot="-5400000">
            <a:off x="4479785" y="6089759"/>
            <a:ext cx="10599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2" name="Google Shape;792;p18"/>
          <p:cNvSpPr/>
          <p:nvPr/>
        </p:nvSpPr>
        <p:spPr>
          <a:xfrm rot="10800000">
            <a:off x="3679865" y="583119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3" name="Google Shape;793;p18"/>
          <p:cNvSpPr/>
          <p:nvPr/>
        </p:nvSpPr>
        <p:spPr>
          <a:xfrm rot="-5400000" flipH="1">
            <a:off x="4744497" y="5830511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18"/>
          <p:cNvSpPr/>
          <p:nvPr/>
        </p:nvSpPr>
        <p:spPr>
          <a:xfrm>
            <a:off x="536675" y="58138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5" name="Google Shape;795;p18"/>
          <p:cNvSpPr/>
          <p:nvPr/>
        </p:nvSpPr>
        <p:spPr>
          <a:xfrm rot="5400000">
            <a:off x="10865500" y="26625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6" name="Google Shape;796;p18"/>
          <p:cNvSpPr/>
          <p:nvPr/>
        </p:nvSpPr>
        <p:spPr>
          <a:xfrm>
            <a:off x="7963003" y="509759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7" name="Google Shape;797;p18"/>
          <p:cNvSpPr/>
          <p:nvPr/>
        </p:nvSpPr>
        <p:spPr>
          <a:xfrm rot="10800000">
            <a:off x="7963001" y="-33541"/>
            <a:ext cx="528900" cy="107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8" name="Google Shape;798;p18"/>
          <p:cNvSpPr/>
          <p:nvPr/>
        </p:nvSpPr>
        <p:spPr>
          <a:xfrm>
            <a:off x="7962207" y="509061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18"/>
          <p:cNvSpPr/>
          <p:nvPr/>
        </p:nvSpPr>
        <p:spPr>
          <a:xfrm rot="10800000">
            <a:off x="11131750" y="635100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0" name="Google Shape;800;p18"/>
          <p:cNvSpPr/>
          <p:nvPr/>
        </p:nvSpPr>
        <p:spPr>
          <a:xfrm>
            <a:off x="9546625" y="5830450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1" name="Google Shape;801;p18"/>
          <p:cNvSpPr/>
          <p:nvPr/>
        </p:nvSpPr>
        <p:spPr>
          <a:xfrm>
            <a:off x="2090175" y="-28000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2" name="Google Shape;802;p18"/>
          <p:cNvSpPr/>
          <p:nvPr/>
        </p:nvSpPr>
        <p:spPr>
          <a:xfrm rot="5400000">
            <a:off x="2883825" y="237700"/>
            <a:ext cx="10617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3" name="Google Shape;803;p18"/>
          <p:cNvSpPr/>
          <p:nvPr/>
        </p:nvSpPr>
        <p:spPr>
          <a:xfrm rot="10800000">
            <a:off x="3149431" y="-2794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18"/>
          <p:cNvSpPr txBox="1">
            <a:spLocks noGrp="1"/>
          </p:cNvSpPr>
          <p:nvPr>
            <p:ph type="title" hasCustomPrompt="1"/>
          </p:nvPr>
        </p:nvSpPr>
        <p:spPr>
          <a:xfrm>
            <a:off x="258300" y="1857375"/>
            <a:ext cx="11675400" cy="262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05" name="Google Shape;805;p18"/>
          <p:cNvSpPr txBox="1">
            <a:spLocks noGrp="1"/>
          </p:cNvSpPr>
          <p:nvPr>
            <p:ph type="body" idx="1"/>
          </p:nvPr>
        </p:nvSpPr>
        <p:spPr>
          <a:xfrm>
            <a:off x="258300" y="4537575"/>
            <a:ext cx="11675400" cy="415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806" name="Google Shape;806;p18"/>
          <p:cNvSpPr txBox="1">
            <a:spLocks noGrp="1"/>
          </p:cNvSpPr>
          <p:nvPr>
            <p:ph type="sldNum" idx="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7" name="Google Shape;807;p18"/>
          <p:cNvSpPr/>
          <p:nvPr/>
        </p:nvSpPr>
        <p:spPr>
          <a:xfrm rot="10800000" flipH="1">
            <a:off x="6899335" y="6355049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8" name="Google Shape;808;p18"/>
          <p:cNvSpPr/>
          <p:nvPr/>
        </p:nvSpPr>
        <p:spPr>
          <a:xfrm rot="5400000" flipH="1">
            <a:off x="7690446" y="6086844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9" name="Google Shape;809;p18"/>
          <p:cNvSpPr/>
          <p:nvPr/>
        </p:nvSpPr>
        <p:spPr>
          <a:xfrm flipH="1">
            <a:off x="7961417" y="635795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18"/>
          <p:cNvSpPr/>
          <p:nvPr/>
        </p:nvSpPr>
        <p:spPr>
          <a:xfrm>
            <a:off x="1554480" y="5821350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 SlidesMania - Do not remove">
  <p:cSld name="BLANK_1"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2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15" name="Google Shape;815;p2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16" name="Google Shape;816;p2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0"/>
            <p:cNvSpPr txBox="1"/>
            <p:nvPr/>
          </p:nvSpPr>
          <p:spPr>
            <a:xfrm>
              <a:off x="463500" y="2858044"/>
              <a:ext cx="8956500" cy="383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Free </a:t>
              </a:r>
              <a:r>
                <a:rPr lang="en" sz="3600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themes and templates for </a:t>
              </a:r>
              <a:r>
                <a:rPr lang="en" sz="3600" b="1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Google Slides</a:t>
              </a:r>
              <a:r>
                <a:rPr lang="en" sz="3600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 or </a:t>
              </a:r>
              <a:r>
                <a:rPr lang="en" sz="3600" b="1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PowerPoint</a:t>
              </a:r>
              <a:endParaRPr sz="3600" b="1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FFCB25"/>
                  </a:solidFill>
                  <a:latin typeface="Georgia"/>
                  <a:ea typeface="Georgia"/>
                  <a:cs typeface="Georgia"/>
                  <a:sym typeface="Georgia"/>
                </a:rPr>
                <a:t>NOT to be sold as is or modified!</a:t>
              </a:r>
              <a:endParaRPr sz="3000" b="1">
                <a:solidFill>
                  <a:srgbClr val="FFCB2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Read </a:t>
              </a:r>
              <a:r>
                <a:rPr lang="en" sz="2700" u="sng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lang="en" sz="4400" b="1">
                  <a:solidFill>
                    <a:srgbClr val="FFCB25"/>
                  </a:solidFill>
                  <a:latin typeface="Georgia"/>
                  <a:ea typeface="Georgia"/>
                  <a:cs typeface="Georgia"/>
                  <a:sym typeface="Georgia"/>
                </a:rPr>
                <a:t> </a:t>
              </a:r>
              <a:r>
                <a:rPr lang="en" sz="2700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on slidesmania.com</a:t>
              </a:r>
              <a:endParaRPr sz="2700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Do not remove the slidesmania.com text on the sides.</a:t>
              </a:r>
              <a:endParaRPr sz="2000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818" name="Google Shape;818;p20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w="38100" cap="flat" cmpd="sng">
              <a:solidFill>
                <a:srgbClr val="FFCB2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819" name="Google Shape;819;p20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0" name="Google Shape;820;p20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1" name="Google Shape;821;p20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2" name="Google Shape;822;p20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3" name="Google Shape;823;p20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252525"/>
                  </a:solidFill>
                  <a:latin typeface="Georgia"/>
                  <a:ea typeface="Georgia"/>
                  <a:cs typeface="Georgia"/>
                  <a:sym typeface="Georgia"/>
                </a:rPr>
                <a:t>Sharing is caring!</a:t>
              </a:r>
              <a:endParaRPr sz="2400" b="1">
                <a:solidFill>
                  <a:srgbClr val="252525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pic>
        <p:nvPicPr>
          <p:cNvPr id="824" name="Google Shape;824;p20"/>
          <p:cNvPicPr preferRelativeResize="0"/>
          <p:nvPr/>
        </p:nvPicPr>
        <p:blipFill rotWithShape="1">
          <a:blip r:embed="rId11">
            <a:alphaModFix/>
          </a:blip>
          <a:srcRect t="16256" b="20906"/>
          <a:stretch/>
        </p:blipFill>
        <p:spPr>
          <a:xfrm>
            <a:off x="125075" y="493725"/>
            <a:ext cx="8239800" cy="20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Georgia"/>
              <a:buChar char="●"/>
              <a:defRPr sz="2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○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■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●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○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■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●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○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■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21"/>
          <p:cNvSpPr txBox="1">
            <a:spLocks noGrp="1"/>
          </p:cNvSpPr>
          <p:nvPr>
            <p:ph type="ctrTitle"/>
          </p:nvPr>
        </p:nvSpPr>
        <p:spPr>
          <a:xfrm>
            <a:off x="386100" y="1432225"/>
            <a:ext cx="5033400" cy="3151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Агент для проверки </a:t>
            </a:r>
            <a:r>
              <a:rPr lang="en">
                <a:solidFill>
                  <a:schemeClr val="accent2"/>
                </a:solidFill>
              </a:rPr>
              <a:t>контрагента.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30" name="Google Shape;830;p21"/>
          <p:cNvSpPr txBox="1">
            <a:spLocks noGrp="1"/>
          </p:cNvSpPr>
          <p:nvPr>
            <p:ph type="subTitle" idx="1"/>
          </p:nvPr>
        </p:nvSpPr>
        <p:spPr>
          <a:xfrm>
            <a:off x="386250" y="4632575"/>
            <a:ext cx="5033400" cy="793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85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Product Hack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26"/>
          <p:cNvSpPr txBox="1">
            <a:spLocks noGrp="1"/>
          </p:cNvSpPr>
          <p:nvPr>
            <p:ph type="title"/>
          </p:nvPr>
        </p:nvSpPr>
        <p:spPr>
          <a:xfrm>
            <a:off x="821250" y="1020575"/>
            <a:ext cx="8894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Пользователь </a:t>
            </a:r>
            <a:r>
              <a:rPr lang="en"/>
              <a:t>и проблема.</a:t>
            </a:r>
            <a:endParaRPr/>
          </a:p>
        </p:txBody>
      </p:sp>
      <p:sp>
        <p:nvSpPr>
          <p:cNvPr id="875" name="Google Shape;875;p26"/>
          <p:cNvSpPr txBox="1">
            <a:spLocks noGrp="1"/>
          </p:cNvSpPr>
          <p:nvPr>
            <p:ph type="body" idx="1"/>
          </p:nvPr>
        </p:nvSpPr>
        <p:spPr>
          <a:xfrm>
            <a:off x="821250" y="1963844"/>
            <a:ext cx="8894400" cy="38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 dirty="0" err="1"/>
              <a:t>Предприниматель</a:t>
            </a:r>
            <a:r>
              <a:rPr lang="en" sz="1600" dirty="0"/>
              <a:t> </a:t>
            </a:r>
            <a:r>
              <a:rPr lang="en" sz="1600" dirty="0" err="1"/>
              <a:t>малого</a:t>
            </a:r>
            <a:r>
              <a:rPr lang="en" sz="1600" dirty="0"/>
              <a:t> </a:t>
            </a:r>
            <a:r>
              <a:rPr lang="en" sz="1600" dirty="0" err="1"/>
              <a:t>бизнеса</a:t>
            </a:r>
            <a:r>
              <a:rPr lang="ru-RU" sz="1600" dirty="0"/>
              <a:t>.</a:t>
            </a:r>
            <a:r>
              <a:rPr lang="en" sz="1600" dirty="0"/>
              <a:t> </a:t>
            </a:r>
            <a:r>
              <a:rPr lang="en" sz="1600" dirty="0" err="1"/>
              <a:t>Финансиста</a:t>
            </a:r>
            <a:r>
              <a:rPr lang="en" sz="1600" dirty="0"/>
              <a:t> </a:t>
            </a:r>
            <a:r>
              <a:rPr lang="en" sz="1600" dirty="0" err="1"/>
              <a:t>в</a:t>
            </a:r>
            <a:r>
              <a:rPr lang="en" sz="1600" dirty="0"/>
              <a:t> </a:t>
            </a:r>
            <a:r>
              <a:rPr lang="en" sz="1600" dirty="0" err="1"/>
              <a:t>штате</a:t>
            </a:r>
            <a:r>
              <a:rPr lang="en" sz="1600" dirty="0"/>
              <a:t> </a:t>
            </a:r>
            <a:r>
              <a:rPr lang="en" sz="1600" dirty="0" err="1"/>
              <a:t>нет</a:t>
            </a:r>
            <a:r>
              <a:rPr lang="en" sz="1600" dirty="0"/>
              <a:t>, </a:t>
            </a:r>
            <a:r>
              <a:rPr lang="en" sz="1600" dirty="0" err="1"/>
              <a:t>поэтому</a:t>
            </a:r>
            <a:r>
              <a:rPr lang="en" sz="1600" dirty="0"/>
              <a:t> </a:t>
            </a:r>
            <a:r>
              <a:rPr lang="en" sz="1600" dirty="0" err="1"/>
              <a:t>перед</a:t>
            </a:r>
            <a:r>
              <a:rPr lang="en" sz="1600" dirty="0"/>
              <a:t> </a:t>
            </a:r>
            <a:r>
              <a:rPr lang="en" sz="1600" dirty="0" err="1"/>
              <a:t>сделкой</a:t>
            </a:r>
            <a:r>
              <a:rPr lang="en" sz="1600" dirty="0"/>
              <a:t> </a:t>
            </a:r>
            <a:r>
              <a:rPr lang="en" sz="1600" dirty="0" err="1"/>
              <a:t>с</a:t>
            </a:r>
            <a:r>
              <a:rPr lang="en" sz="1600" dirty="0"/>
              <a:t> </a:t>
            </a:r>
            <a:r>
              <a:rPr lang="en" sz="1600" dirty="0" err="1"/>
              <a:t>незнакомой</a:t>
            </a:r>
            <a:r>
              <a:rPr lang="en" sz="1600" dirty="0"/>
              <a:t> </a:t>
            </a:r>
            <a:r>
              <a:rPr lang="en" sz="1600" dirty="0" err="1"/>
              <a:t>компанией</a:t>
            </a:r>
            <a:r>
              <a:rPr lang="en" sz="1600" dirty="0"/>
              <a:t> </a:t>
            </a:r>
            <a:r>
              <a:rPr lang="en" sz="1600" dirty="0" err="1"/>
              <a:t>он</a:t>
            </a:r>
            <a:r>
              <a:rPr lang="en" sz="1600" dirty="0"/>
              <a:t> </a:t>
            </a:r>
            <a:r>
              <a:rPr lang="en" sz="1600" dirty="0" err="1"/>
              <a:t>сам</a:t>
            </a:r>
            <a:r>
              <a:rPr lang="en" sz="1600" dirty="0"/>
              <a:t> </a:t>
            </a:r>
            <a:r>
              <a:rPr lang="en" sz="1600" dirty="0" err="1"/>
              <a:t>решает</a:t>
            </a:r>
            <a:r>
              <a:rPr lang="en" sz="1600" dirty="0"/>
              <a:t>, </a:t>
            </a:r>
            <a:r>
              <a:rPr lang="en" sz="1600" dirty="0" err="1"/>
              <a:t>давать</a:t>
            </a:r>
            <a:r>
              <a:rPr lang="en" sz="1600" dirty="0"/>
              <a:t> </a:t>
            </a:r>
            <a:r>
              <a:rPr lang="en" sz="1600" dirty="0" err="1"/>
              <a:t>ли</a:t>
            </a:r>
            <a:r>
              <a:rPr lang="en" sz="1600" dirty="0"/>
              <a:t> </a:t>
            </a:r>
            <a:r>
              <a:rPr lang="en" sz="1600" dirty="0" err="1"/>
              <a:t>отсрочку</a:t>
            </a:r>
            <a:r>
              <a:rPr lang="en" sz="1600" dirty="0"/>
              <a:t> </a:t>
            </a:r>
            <a:r>
              <a:rPr lang="en" sz="1600" dirty="0" err="1"/>
              <a:t>и</a:t>
            </a:r>
            <a:r>
              <a:rPr lang="en" sz="1600" dirty="0"/>
              <a:t> </a:t>
            </a:r>
            <a:r>
              <a:rPr lang="en" sz="1600" dirty="0" err="1"/>
              <a:t>платить</a:t>
            </a:r>
            <a:r>
              <a:rPr lang="en" sz="1600" dirty="0"/>
              <a:t> </a:t>
            </a:r>
            <a:r>
              <a:rPr lang="en" sz="1600" dirty="0" err="1"/>
              <a:t>ли</a:t>
            </a:r>
            <a:r>
              <a:rPr lang="en" sz="1600" dirty="0"/>
              <a:t> </a:t>
            </a:r>
            <a:r>
              <a:rPr lang="en" sz="1600" dirty="0" err="1"/>
              <a:t>вперёд</a:t>
            </a:r>
            <a:r>
              <a:rPr lang="en" sz="1600" dirty="0"/>
              <a:t>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 dirty="0" err="1"/>
              <a:t>Сейчас</a:t>
            </a:r>
            <a:r>
              <a:rPr lang="en" sz="1600" dirty="0"/>
              <a:t> </a:t>
            </a:r>
            <a:r>
              <a:rPr lang="en" sz="1600" dirty="0" err="1"/>
              <a:t>у</a:t>
            </a:r>
            <a:r>
              <a:rPr lang="en" sz="1600" dirty="0"/>
              <a:t> </a:t>
            </a:r>
            <a:r>
              <a:rPr lang="en" sz="1600" dirty="0" err="1"/>
              <a:t>него</a:t>
            </a:r>
            <a:r>
              <a:rPr lang="en" sz="1600" dirty="0"/>
              <a:t> </a:t>
            </a:r>
            <a:r>
              <a:rPr lang="en" sz="1600" dirty="0" err="1"/>
              <a:t>есть</a:t>
            </a:r>
            <a:r>
              <a:rPr lang="en" sz="1600" dirty="0"/>
              <a:t> </a:t>
            </a:r>
            <a:r>
              <a:rPr lang="en" sz="1600" dirty="0" err="1"/>
              <a:t>отчёт</a:t>
            </a:r>
            <a:r>
              <a:rPr lang="en" sz="1600" dirty="0"/>
              <a:t> </a:t>
            </a:r>
            <a:r>
              <a:rPr lang="en" sz="1600" dirty="0" err="1"/>
              <a:t>Альфа-Банка</a:t>
            </a:r>
            <a:r>
              <a:rPr lang="en" sz="1600" dirty="0"/>
              <a:t>: </a:t>
            </a:r>
            <a:r>
              <a:rPr lang="en" sz="1600" dirty="0" err="1"/>
              <a:t>девять</a:t>
            </a:r>
            <a:r>
              <a:rPr lang="en" sz="1600" dirty="0"/>
              <a:t> </a:t>
            </a:r>
            <a:r>
              <a:rPr lang="en" sz="1600" dirty="0" err="1"/>
              <a:t>разделов</a:t>
            </a:r>
            <a:r>
              <a:rPr lang="en" sz="1600" dirty="0"/>
              <a:t> </a:t>
            </a:r>
            <a:r>
              <a:rPr lang="en" sz="1600" dirty="0" err="1"/>
              <a:t>в</a:t>
            </a:r>
            <a:r>
              <a:rPr lang="en" sz="1600" dirty="0"/>
              <a:t> PDF </a:t>
            </a:r>
            <a:r>
              <a:rPr lang="en" sz="1600" dirty="0" err="1"/>
              <a:t>и</a:t>
            </a:r>
            <a:r>
              <a:rPr lang="en" sz="1600" dirty="0"/>
              <a:t> </a:t>
            </a:r>
            <a:r>
              <a:rPr lang="en" sz="1600" dirty="0" err="1"/>
              <a:t>метка</a:t>
            </a:r>
            <a:r>
              <a:rPr lang="en" sz="1600" dirty="0"/>
              <a:t> </a:t>
            </a:r>
            <a:r>
              <a:rPr lang="en" sz="1600" dirty="0" err="1"/>
              <a:t>риска</a:t>
            </a:r>
            <a:r>
              <a:rPr lang="en" sz="1600" dirty="0"/>
              <a:t> </a:t>
            </a:r>
            <a:r>
              <a:rPr lang="en" sz="1600" dirty="0" err="1"/>
              <a:t>сверху</a:t>
            </a:r>
            <a:r>
              <a:rPr lang="en" sz="1600" dirty="0"/>
              <a:t>. </a:t>
            </a:r>
            <a:r>
              <a:rPr lang="en" sz="1600" dirty="0" err="1"/>
              <a:t>Чтобы</a:t>
            </a:r>
            <a:r>
              <a:rPr lang="en" sz="1600" dirty="0"/>
              <a:t> </a:t>
            </a:r>
            <a:r>
              <a:rPr lang="en" sz="1600" dirty="0" err="1"/>
              <a:t>понять</a:t>
            </a:r>
            <a:r>
              <a:rPr lang="en" sz="1600" dirty="0"/>
              <a:t>, </a:t>
            </a:r>
            <a:r>
              <a:rPr lang="en" sz="1600" dirty="0" err="1"/>
              <a:t>чем</a:t>
            </a:r>
            <a:r>
              <a:rPr lang="en" sz="1600" dirty="0"/>
              <a:t> </a:t>
            </a:r>
            <a:r>
              <a:rPr lang="en" sz="1600" dirty="0" err="1"/>
              <a:t>грозит</a:t>
            </a:r>
            <a:r>
              <a:rPr lang="en" sz="1600" dirty="0"/>
              <a:t> </a:t>
            </a:r>
            <a:r>
              <a:rPr lang="en" sz="1600" dirty="0" err="1"/>
              <a:t>сделка</a:t>
            </a:r>
            <a:r>
              <a:rPr lang="en" sz="1600" dirty="0"/>
              <a:t>, </a:t>
            </a:r>
            <a:r>
              <a:rPr lang="en" sz="1600" dirty="0" err="1"/>
              <a:t>он</a:t>
            </a:r>
            <a:r>
              <a:rPr lang="en" sz="1600" dirty="0"/>
              <a:t> </a:t>
            </a:r>
            <a:r>
              <a:rPr lang="en" sz="1600" dirty="0" err="1"/>
              <a:t>читает</a:t>
            </a:r>
            <a:r>
              <a:rPr lang="en" sz="1600" dirty="0"/>
              <a:t> </a:t>
            </a:r>
            <a:r>
              <a:rPr lang="en" sz="1600" dirty="0" err="1"/>
              <a:t>всё</a:t>
            </a:r>
            <a:r>
              <a:rPr lang="en" sz="1600" dirty="0"/>
              <a:t> </a:t>
            </a:r>
            <a:r>
              <a:rPr lang="en" sz="1600" dirty="0" err="1"/>
              <a:t>сам</a:t>
            </a:r>
            <a:r>
              <a:rPr lang="en" sz="1600" dirty="0"/>
              <a:t> </a:t>
            </a:r>
            <a:r>
              <a:rPr lang="en" sz="1600" dirty="0" err="1"/>
              <a:t>и</a:t>
            </a:r>
            <a:r>
              <a:rPr lang="en" sz="1600" dirty="0"/>
              <a:t> </a:t>
            </a:r>
            <a:r>
              <a:rPr lang="en" sz="1600" dirty="0" err="1"/>
              <a:t>сопоставляет</a:t>
            </a:r>
            <a:r>
              <a:rPr lang="en" sz="1600" dirty="0"/>
              <a:t> </a:t>
            </a:r>
            <a:r>
              <a:rPr lang="en" sz="1600" dirty="0" err="1"/>
              <a:t>реестры</a:t>
            </a:r>
            <a:r>
              <a:rPr lang="en" sz="1600" dirty="0"/>
              <a:t>, </a:t>
            </a:r>
            <a:r>
              <a:rPr lang="en" sz="1600" dirty="0" err="1"/>
              <a:t>суды</a:t>
            </a:r>
            <a:r>
              <a:rPr lang="en" sz="1600" dirty="0"/>
              <a:t> </a:t>
            </a:r>
            <a:r>
              <a:rPr lang="en" sz="1600" dirty="0" err="1"/>
              <a:t>и</a:t>
            </a:r>
            <a:r>
              <a:rPr lang="en" sz="1600" dirty="0"/>
              <a:t> </a:t>
            </a:r>
            <a:r>
              <a:rPr lang="en" sz="1600" dirty="0" err="1"/>
              <a:t>финансы</a:t>
            </a:r>
            <a:r>
              <a:rPr lang="en" sz="1600" dirty="0"/>
              <a:t>. </a:t>
            </a:r>
            <a:r>
              <a:rPr lang="ru-RU" sz="1600" dirty="0"/>
              <a:t>В основном</a:t>
            </a:r>
            <a:r>
              <a:rPr lang="en" sz="1600" dirty="0"/>
              <a:t> </a:t>
            </a:r>
            <a:r>
              <a:rPr lang="en" sz="1600" dirty="0" err="1"/>
              <a:t>смотрит</a:t>
            </a:r>
            <a:r>
              <a:rPr lang="en" sz="1600" dirty="0"/>
              <a:t> </a:t>
            </a:r>
            <a:r>
              <a:rPr lang="en" sz="1600" dirty="0" err="1"/>
              <a:t>только</a:t>
            </a:r>
            <a:r>
              <a:rPr lang="en" sz="1600" dirty="0"/>
              <a:t> </a:t>
            </a:r>
            <a:r>
              <a:rPr lang="en" sz="1600" dirty="0" err="1"/>
              <a:t>на</a:t>
            </a:r>
            <a:r>
              <a:rPr lang="en" sz="1600" dirty="0"/>
              <a:t> </a:t>
            </a:r>
            <a:r>
              <a:rPr lang="en" sz="1600" dirty="0" err="1"/>
              <a:t>метку</a:t>
            </a:r>
            <a:r>
              <a:rPr lang="en" sz="1600" dirty="0"/>
              <a:t>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 dirty="0" err="1"/>
              <a:t>Банк</a:t>
            </a:r>
            <a:r>
              <a:rPr lang="en" sz="1600" dirty="0"/>
              <a:t> </a:t>
            </a:r>
            <a:r>
              <a:rPr lang="en" sz="1600" dirty="0" err="1"/>
              <a:t>хочет</a:t>
            </a:r>
            <a:r>
              <a:rPr lang="en" sz="1600" dirty="0"/>
              <a:t>, </a:t>
            </a:r>
            <a:r>
              <a:rPr lang="en" sz="1600" dirty="0" err="1"/>
              <a:t>чтобы</a:t>
            </a:r>
            <a:r>
              <a:rPr lang="en" sz="1600" dirty="0"/>
              <a:t> </a:t>
            </a:r>
            <a:r>
              <a:rPr lang="en" sz="1600" dirty="0" err="1"/>
              <a:t>к</a:t>
            </a:r>
            <a:r>
              <a:rPr lang="en" sz="1600" dirty="0"/>
              <a:t> </a:t>
            </a:r>
            <a:r>
              <a:rPr lang="en" sz="1600" dirty="0" err="1"/>
              <a:t>проверке</a:t>
            </a:r>
            <a:r>
              <a:rPr lang="en" sz="1600" dirty="0"/>
              <a:t> </a:t>
            </a:r>
            <a:r>
              <a:rPr lang="en" sz="1600" dirty="0" err="1"/>
              <a:t>возвращались</a:t>
            </a:r>
            <a:r>
              <a:rPr lang="en" sz="1600" dirty="0"/>
              <a:t> </a:t>
            </a:r>
            <a:r>
              <a:rPr lang="en" sz="1600" dirty="0" err="1"/>
              <a:t>чаще</a:t>
            </a:r>
            <a:r>
              <a:rPr lang="en" sz="1600" dirty="0"/>
              <a:t>. </a:t>
            </a:r>
            <a:r>
              <a:rPr lang="en" sz="1600" dirty="0" err="1"/>
              <a:t>Для</a:t>
            </a:r>
            <a:r>
              <a:rPr lang="en" sz="1600" dirty="0"/>
              <a:t> </a:t>
            </a:r>
            <a:r>
              <a:rPr lang="en" sz="1600" dirty="0" err="1"/>
              <a:t>этого</a:t>
            </a:r>
            <a:r>
              <a:rPr lang="en" sz="1600" dirty="0"/>
              <a:t> </a:t>
            </a:r>
            <a:r>
              <a:rPr lang="en" sz="1600" dirty="0" err="1"/>
              <a:t>отчёту</a:t>
            </a:r>
            <a:r>
              <a:rPr lang="en" sz="1600" dirty="0"/>
              <a:t> </a:t>
            </a:r>
            <a:r>
              <a:rPr lang="en" sz="1600" dirty="0" err="1"/>
              <a:t>не</a:t>
            </a:r>
            <a:r>
              <a:rPr lang="en" sz="1600" dirty="0"/>
              <a:t> </a:t>
            </a:r>
            <a:r>
              <a:rPr lang="en" sz="1600" dirty="0" err="1"/>
              <a:t>хватает</a:t>
            </a:r>
            <a:r>
              <a:rPr lang="en" sz="1600" dirty="0"/>
              <a:t> </a:t>
            </a:r>
            <a:r>
              <a:rPr lang="en" sz="1600" dirty="0" err="1"/>
              <a:t>вывода</a:t>
            </a:r>
            <a:r>
              <a:rPr lang="en" sz="1600" dirty="0"/>
              <a:t>: </a:t>
            </a:r>
            <a:r>
              <a:rPr lang="en" sz="1600" dirty="0" err="1"/>
              <a:t>на</a:t>
            </a:r>
            <a:r>
              <a:rPr lang="en" sz="1600" dirty="0"/>
              <a:t> </a:t>
            </a:r>
            <a:r>
              <a:rPr lang="en" sz="1600" dirty="0" err="1"/>
              <a:t>каких</a:t>
            </a:r>
            <a:r>
              <a:rPr lang="en" sz="1600" dirty="0"/>
              <a:t> </a:t>
            </a:r>
            <a:r>
              <a:rPr lang="en" sz="1600" dirty="0" err="1"/>
              <a:t>условиях</a:t>
            </a:r>
            <a:r>
              <a:rPr lang="en" sz="1600" dirty="0"/>
              <a:t> </a:t>
            </a:r>
            <a:r>
              <a:rPr lang="en" sz="1600" dirty="0" err="1"/>
              <a:t>работать</a:t>
            </a:r>
            <a:r>
              <a:rPr lang="en" sz="1600" dirty="0"/>
              <a:t> </a:t>
            </a:r>
            <a:r>
              <a:rPr lang="en" sz="1600" dirty="0" err="1"/>
              <a:t>с</a:t>
            </a:r>
            <a:r>
              <a:rPr lang="en" sz="1600" dirty="0"/>
              <a:t> </a:t>
            </a:r>
            <a:r>
              <a:rPr lang="en" sz="1600" dirty="0" err="1"/>
              <a:t>этой</a:t>
            </a:r>
            <a:r>
              <a:rPr lang="en" sz="1600" dirty="0"/>
              <a:t> </a:t>
            </a:r>
            <a:r>
              <a:rPr lang="en" sz="1600" dirty="0" err="1"/>
              <a:t>компанией</a:t>
            </a:r>
            <a:r>
              <a:rPr lang="en" sz="1600" dirty="0"/>
              <a:t> </a:t>
            </a:r>
            <a:r>
              <a:rPr lang="en" sz="1600" dirty="0" err="1"/>
              <a:t>и</a:t>
            </a:r>
            <a:r>
              <a:rPr lang="en" sz="1600" dirty="0"/>
              <a:t> </a:t>
            </a:r>
            <a:r>
              <a:rPr lang="en" sz="1600" dirty="0" err="1"/>
              <a:t>какие</a:t>
            </a:r>
            <a:r>
              <a:rPr lang="en" sz="1600" dirty="0"/>
              <a:t> </a:t>
            </a:r>
            <a:r>
              <a:rPr lang="en" sz="1600" dirty="0" err="1"/>
              <a:t>факты</a:t>
            </a:r>
            <a:r>
              <a:rPr lang="en" sz="1600" dirty="0"/>
              <a:t> </a:t>
            </a:r>
            <a:r>
              <a:rPr lang="en" sz="1600" dirty="0" err="1"/>
              <a:t>за</a:t>
            </a:r>
            <a:r>
              <a:rPr lang="en" sz="1600" dirty="0"/>
              <a:t> </a:t>
            </a:r>
            <a:r>
              <a:rPr lang="en" sz="1600" dirty="0" err="1"/>
              <a:t>этим</a:t>
            </a:r>
            <a:r>
              <a:rPr lang="en" sz="1600" dirty="0"/>
              <a:t> </a:t>
            </a:r>
            <a:r>
              <a:rPr lang="en" sz="1600" dirty="0" err="1"/>
              <a:t>стоят</a:t>
            </a:r>
            <a:r>
              <a:rPr lang="en" sz="1600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29"/>
          <p:cNvSpPr txBox="1">
            <a:spLocks noGrp="1"/>
          </p:cNvSpPr>
          <p:nvPr>
            <p:ph type="title"/>
          </p:nvPr>
        </p:nvSpPr>
        <p:spPr>
          <a:xfrm>
            <a:off x="487238" y="1136950"/>
            <a:ext cx="10145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Пример: </a:t>
            </a:r>
            <a:r>
              <a:rPr lang="en">
                <a:solidFill>
                  <a:schemeClr val="accent2"/>
                </a:solidFill>
              </a:rPr>
              <a:t>МАКСМАРКЕТ и ещё пять.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97" name="Google Shape;897;p29"/>
          <p:cNvSpPr txBox="1">
            <a:spLocks noGrp="1"/>
          </p:cNvSpPr>
          <p:nvPr>
            <p:ph type="body" idx="1"/>
          </p:nvPr>
        </p:nvSpPr>
        <p:spPr>
          <a:xfrm>
            <a:off x="487250" y="2385022"/>
            <a:ext cx="4762800" cy="3345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Что говорит метка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/>
              <a:t>Оценка банка: низкий риск. ЗСК (оценка Банка России): зелёный. Статус: действующее.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Что лежит в том же отчёте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/>
              <a:t>В поле status.reasonName: компания признана банкротом, открыто конкурсное производство. 507 исполнительных производств, 54 активных. 278 арбитражных дел. Агент покажет это первым экраном и порекомендует работать только с условиями.</a:t>
            </a:r>
            <a:endParaRPr sz="2000"/>
          </a:p>
        </p:txBody>
      </p:sp>
      <p:sp>
        <p:nvSpPr>
          <p:cNvPr id="898" name="Google Shape;898;p29"/>
          <p:cNvSpPr txBox="1">
            <a:spLocks noGrp="1"/>
          </p:cNvSpPr>
          <p:nvPr>
            <p:ph type="body" idx="2"/>
          </p:nvPr>
        </p:nvSpPr>
        <p:spPr>
          <a:xfrm>
            <a:off x="5870225" y="2385022"/>
            <a:ext cx="4762800" cy="3345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Таких карточек 6 из 200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/>
              <a:t>Мы прошли всю тестовую выгрузку. В шести компаниях уже есть банкротство, исключение из ЕГРЮЛ, смена адреса или уменьшение капитала, но метка риска ни у одной не красная, у пяти зелёная. Эти факты лежат в поле status.reasonName, и готовые рекомендации в отчёте о них молчат. Именно их агент обязан находить первыми.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36"/>
          <p:cNvSpPr/>
          <p:nvPr/>
        </p:nvSpPr>
        <p:spPr>
          <a:xfrm>
            <a:off x="4354800" y="1687475"/>
            <a:ext cx="3482400" cy="4423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36"/>
          <p:cNvSpPr/>
          <p:nvPr/>
        </p:nvSpPr>
        <p:spPr>
          <a:xfrm>
            <a:off x="7942650" y="1687475"/>
            <a:ext cx="3482400" cy="4423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36"/>
          <p:cNvSpPr/>
          <p:nvPr/>
        </p:nvSpPr>
        <p:spPr>
          <a:xfrm>
            <a:off x="766950" y="1687475"/>
            <a:ext cx="3482400" cy="4423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36"/>
          <p:cNvSpPr txBox="1">
            <a:spLocks noGrp="1"/>
          </p:cNvSpPr>
          <p:nvPr>
            <p:ph type="title"/>
          </p:nvPr>
        </p:nvSpPr>
        <p:spPr>
          <a:xfrm>
            <a:off x="766950" y="679800"/>
            <a:ext cx="10658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Что делает агент.</a:t>
            </a:r>
            <a:endParaRPr/>
          </a:p>
        </p:txBody>
      </p:sp>
      <p:sp>
        <p:nvSpPr>
          <p:cNvPr id="1051" name="Google Shape;1051;p36"/>
          <p:cNvSpPr txBox="1">
            <a:spLocks noGrp="1"/>
          </p:cNvSpPr>
          <p:nvPr>
            <p:ph type="body" idx="1"/>
          </p:nvPr>
        </p:nvSpPr>
        <p:spPr>
          <a:xfrm>
            <a:off x="934500" y="3451362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По ИНН или названию агент собирает короткую карточку: дата отчёта, метки банка и ЗСК как есть, два-три решающих факта со ссылкой на поле отчёта и рекомендация: можно работать, стоит проверить или работать с условиями.</a:t>
            </a:r>
            <a:endParaRPr sz="2000"/>
          </a:p>
        </p:txBody>
      </p:sp>
      <p:sp>
        <p:nvSpPr>
          <p:cNvPr id="1052" name="Google Shape;1052;p36"/>
          <p:cNvSpPr txBox="1">
            <a:spLocks noGrp="1"/>
          </p:cNvSpPr>
          <p:nvPr>
            <p:ph type="subTitle" idx="2"/>
          </p:nvPr>
        </p:nvSpPr>
        <p:spPr>
          <a:xfrm>
            <a:off x="934500" y="1924277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Georgia"/>
              </a:rPr>
              <a:t>Первый экран</a:t>
            </a:r>
            <a:endParaRPr/>
          </a:p>
        </p:txBody>
      </p:sp>
      <p:sp>
        <p:nvSpPr>
          <p:cNvPr id="1053" name="Google Shape;1053;p36"/>
          <p:cNvSpPr txBox="1">
            <a:spLocks noGrp="1"/>
          </p:cNvSpPr>
          <p:nvPr>
            <p:ph type="body" idx="3"/>
          </p:nvPr>
        </p:nvSpPr>
        <p:spPr>
          <a:xfrm>
            <a:off x="4522350" y="3451375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 dirty="0" err="1"/>
              <a:t>Дальше</a:t>
            </a:r>
            <a:r>
              <a:rPr lang="en" sz="1500" dirty="0"/>
              <a:t> </a:t>
            </a:r>
            <a:r>
              <a:rPr lang="en" sz="1500" dirty="0" err="1"/>
              <a:t>пользователь</a:t>
            </a:r>
            <a:r>
              <a:rPr lang="en" sz="1500" dirty="0"/>
              <a:t> </a:t>
            </a:r>
            <a:r>
              <a:rPr lang="en" sz="1500" dirty="0" err="1"/>
              <a:t>спрашивает</a:t>
            </a:r>
            <a:r>
              <a:rPr lang="en" sz="1500" dirty="0"/>
              <a:t>: </a:t>
            </a:r>
            <a:r>
              <a:rPr lang="en" sz="1500" dirty="0" err="1"/>
              <a:t>сколько</a:t>
            </a:r>
            <a:r>
              <a:rPr lang="en" sz="1500" dirty="0"/>
              <a:t> </a:t>
            </a:r>
            <a:r>
              <a:rPr lang="en" sz="1500" dirty="0" err="1"/>
              <a:t>судов</a:t>
            </a:r>
            <a:r>
              <a:rPr lang="en" sz="1500" dirty="0"/>
              <a:t>, </a:t>
            </a:r>
            <a:r>
              <a:rPr lang="en" sz="1500" dirty="0" err="1"/>
              <a:t>есть</a:t>
            </a:r>
            <a:r>
              <a:rPr lang="en" sz="1500" dirty="0"/>
              <a:t> </a:t>
            </a:r>
            <a:r>
              <a:rPr lang="en" sz="1500" dirty="0" err="1"/>
              <a:t>ли</a:t>
            </a:r>
            <a:r>
              <a:rPr lang="en" sz="1500" dirty="0"/>
              <a:t> </a:t>
            </a:r>
            <a:r>
              <a:rPr lang="en" sz="1500" dirty="0" err="1"/>
              <a:t>долги</a:t>
            </a:r>
            <a:r>
              <a:rPr lang="en" sz="1500" dirty="0"/>
              <a:t>, </a:t>
            </a:r>
            <a:r>
              <a:rPr lang="en" sz="1500" dirty="0" err="1"/>
              <a:t>что</a:t>
            </a:r>
            <a:r>
              <a:rPr lang="en" sz="1500" dirty="0"/>
              <a:t> </a:t>
            </a:r>
            <a:r>
              <a:rPr lang="en" sz="1500" dirty="0" err="1"/>
              <a:t>с</a:t>
            </a:r>
            <a:r>
              <a:rPr lang="en" sz="1500" dirty="0"/>
              <a:t> </a:t>
            </a:r>
            <a:r>
              <a:rPr lang="en" sz="1500" dirty="0" err="1"/>
              <a:t>отчётностью</a:t>
            </a:r>
            <a:r>
              <a:rPr lang="en" sz="1500" dirty="0"/>
              <a:t>. </a:t>
            </a:r>
            <a:r>
              <a:rPr lang="en" sz="1500" dirty="0" err="1"/>
              <a:t>Агент</a:t>
            </a:r>
            <a:r>
              <a:rPr lang="en" sz="1500" dirty="0"/>
              <a:t> </a:t>
            </a:r>
            <a:r>
              <a:rPr lang="en" sz="1500" dirty="0" err="1"/>
              <a:t>отвечает</a:t>
            </a:r>
            <a:r>
              <a:rPr lang="en" sz="1500" dirty="0"/>
              <a:t> </a:t>
            </a:r>
            <a:r>
              <a:rPr lang="en" sz="1500" dirty="0" err="1"/>
              <a:t>только</a:t>
            </a:r>
            <a:r>
              <a:rPr lang="en" sz="1500" dirty="0"/>
              <a:t> </a:t>
            </a:r>
            <a:r>
              <a:rPr lang="en" sz="1500" dirty="0" err="1"/>
              <a:t>тем</a:t>
            </a:r>
            <a:r>
              <a:rPr lang="en" sz="1500" dirty="0"/>
              <a:t>, </a:t>
            </a:r>
            <a:r>
              <a:rPr lang="en" sz="1500" dirty="0" err="1"/>
              <a:t>что</a:t>
            </a:r>
            <a:r>
              <a:rPr lang="en" sz="1500" dirty="0"/>
              <a:t> </a:t>
            </a:r>
            <a:r>
              <a:rPr lang="en" sz="1500" dirty="0" err="1"/>
              <a:t>есть</a:t>
            </a:r>
            <a:r>
              <a:rPr lang="en" sz="1500" dirty="0"/>
              <a:t> </a:t>
            </a:r>
            <a:r>
              <a:rPr lang="en" sz="1500" dirty="0" err="1"/>
              <a:t>в</a:t>
            </a:r>
            <a:r>
              <a:rPr lang="en" sz="1500" dirty="0"/>
              <a:t> </a:t>
            </a:r>
            <a:r>
              <a:rPr lang="en" sz="1500" dirty="0" err="1"/>
              <a:t>отчёте</a:t>
            </a:r>
            <a:r>
              <a:rPr lang="en" sz="1500" dirty="0"/>
              <a:t>, </a:t>
            </a:r>
            <a:r>
              <a:rPr lang="en" sz="1500" dirty="0" err="1"/>
              <a:t>и</a:t>
            </a:r>
            <a:r>
              <a:rPr lang="en" sz="1500" dirty="0"/>
              <a:t> </a:t>
            </a:r>
            <a:r>
              <a:rPr lang="en" sz="1500" dirty="0" err="1"/>
              <a:t>указывает</a:t>
            </a:r>
            <a:r>
              <a:rPr lang="en" sz="1500" dirty="0"/>
              <a:t> </a:t>
            </a:r>
            <a:r>
              <a:rPr lang="en" sz="1500" dirty="0" err="1"/>
              <a:t>поле</a:t>
            </a:r>
            <a:r>
              <a:rPr lang="en" sz="1500" dirty="0"/>
              <a:t>. </a:t>
            </a:r>
            <a:endParaRPr sz="2000" dirty="0"/>
          </a:p>
        </p:txBody>
      </p:sp>
      <p:sp>
        <p:nvSpPr>
          <p:cNvPr id="1054" name="Google Shape;1054;p36"/>
          <p:cNvSpPr txBox="1">
            <a:spLocks noGrp="1"/>
          </p:cNvSpPr>
          <p:nvPr>
            <p:ph type="subTitle" idx="4"/>
          </p:nvPr>
        </p:nvSpPr>
        <p:spPr>
          <a:xfrm>
            <a:off x="4522350" y="1924289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Georgia"/>
              </a:rPr>
              <a:t>Вопросы по отчёту</a:t>
            </a:r>
            <a:endParaRPr/>
          </a:p>
        </p:txBody>
      </p:sp>
      <p:sp>
        <p:nvSpPr>
          <p:cNvPr id="1055" name="Google Shape;1055;p36"/>
          <p:cNvSpPr txBox="1">
            <a:spLocks noGrp="1"/>
          </p:cNvSpPr>
          <p:nvPr>
            <p:ph type="body" idx="5"/>
          </p:nvPr>
        </p:nvSpPr>
        <p:spPr>
          <a:xfrm>
            <a:off x="8110200" y="3451362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 dirty="0" err="1"/>
              <a:t>Не</a:t>
            </a:r>
            <a:r>
              <a:rPr lang="en" sz="1500" dirty="0"/>
              <a:t> </a:t>
            </a:r>
            <a:r>
              <a:rPr lang="en" sz="1500" dirty="0" err="1"/>
              <a:t>пересчитывает</a:t>
            </a:r>
            <a:r>
              <a:rPr lang="en" sz="1500" dirty="0"/>
              <a:t> </a:t>
            </a:r>
            <a:r>
              <a:rPr lang="en" sz="1500" dirty="0" err="1"/>
              <a:t>и</a:t>
            </a:r>
            <a:r>
              <a:rPr lang="en" sz="1500" dirty="0"/>
              <a:t> </a:t>
            </a:r>
            <a:r>
              <a:rPr lang="en" sz="1500" dirty="0" err="1"/>
              <a:t>не</a:t>
            </a:r>
            <a:r>
              <a:rPr lang="en" sz="1500" dirty="0"/>
              <a:t> </a:t>
            </a:r>
            <a:r>
              <a:rPr lang="en" sz="1500" dirty="0" err="1"/>
              <a:t>объясняет</a:t>
            </a:r>
            <a:r>
              <a:rPr lang="en" sz="1500" dirty="0"/>
              <a:t> </a:t>
            </a:r>
            <a:r>
              <a:rPr lang="en" sz="1500" dirty="0" err="1"/>
              <a:t>метку</a:t>
            </a:r>
            <a:r>
              <a:rPr lang="en" sz="1500" dirty="0"/>
              <a:t> </a:t>
            </a:r>
            <a:r>
              <a:rPr lang="en" sz="1500" dirty="0" err="1"/>
              <a:t>банка</a:t>
            </a:r>
            <a:r>
              <a:rPr lang="en" sz="1500" dirty="0"/>
              <a:t>, </a:t>
            </a:r>
            <a:r>
              <a:rPr lang="en" sz="1500" dirty="0" err="1"/>
              <a:t>не</a:t>
            </a:r>
            <a:r>
              <a:rPr lang="en" sz="1500" dirty="0"/>
              <a:t> </a:t>
            </a:r>
            <a:r>
              <a:rPr lang="en" sz="1500" dirty="0" err="1"/>
              <a:t>ставит</a:t>
            </a:r>
            <a:r>
              <a:rPr lang="en" sz="1500" dirty="0"/>
              <a:t> </a:t>
            </a:r>
            <a:r>
              <a:rPr lang="en" sz="1500" dirty="0" err="1"/>
              <a:t>свой</a:t>
            </a:r>
            <a:r>
              <a:rPr lang="en" sz="1500" dirty="0"/>
              <a:t> </a:t>
            </a:r>
            <a:r>
              <a:rPr lang="en" sz="1500" dirty="0" err="1"/>
              <a:t>скор</a:t>
            </a:r>
            <a:r>
              <a:rPr lang="en" sz="1500" dirty="0"/>
              <a:t>, </a:t>
            </a:r>
            <a:r>
              <a:rPr lang="en" sz="1500" dirty="0" err="1"/>
              <a:t>не</a:t>
            </a:r>
            <a:r>
              <a:rPr lang="en" sz="1500" dirty="0"/>
              <a:t> </a:t>
            </a:r>
            <a:r>
              <a:rPr lang="en" sz="1500" dirty="0" err="1"/>
              <a:t>ищет</a:t>
            </a:r>
            <a:r>
              <a:rPr lang="en" sz="1500" dirty="0"/>
              <a:t> </a:t>
            </a:r>
            <a:r>
              <a:rPr lang="en" sz="1500" dirty="0" err="1"/>
              <a:t>в</a:t>
            </a:r>
            <a:r>
              <a:rPr lang="en" sz="1500" dirty="0"/>
              <a:t> </a:t>
            </a:r>
            <a:r>
              <a:rPr lang="en" sz="1500" dirty="0" err="1"/>
              <a:t>интернете</a:t>
            </a:r>
            <a:r>
              <a:rPr lang="en" sz="1500" dirty="0"/>
              <a:t> </a:t>
            </a:r>
            <a:r>
              <a:rPr lang="en" sz="1500" dirty="0" err="1"/>
              <a:t>и</a:t>
            </a:r>
            <a:r>
              <a:rPr lang="en" sz="1500" dirty="0"/>
              <a:t> </a:t>
            </a:r>
            <a:r>
              <a:rPr lang="en" sz="1500" dirty="0" err="1"/>
              <a:t>не</a:t>
            </a:r>
            <a:r>
              <a:rPr lang="en" sz="1500" dirty="0"/>
              <a:t> </a:t>
            </a:r>
            <a:r>
              <a:rPr lang="en" sz="1500" dirty="0" err="1"/>
              <a:t>решает</a:t>
            </a:r>
            <a:r>
              <a:rPr lang="en" sz="1500" dirty="0"/>
              <a:t> </a:t>
            </a:r>
            <a:r>
              <a:rPr lang="en" sz="1500" dirty="0" err="1"/>
              <a:t>за</a:t>
            </a:r>
            <a:r>
              <a:rPr lang="en" sz="1500" dirty="0"/>
              <a:t> </a:t>
            </a:r>
            <a:r>
              <a:rPr lang="en" sz="1500" dirty="0" err="1"/>
              <a:t>пользователя</a:t>
            </a:r>
            <a:endParaRPr sz="2000" dirty="0"/>
          </a:p>
        </p:txBody>
      </p:sp>
      <p:sp>
        <p:nvSpPr>
          <p:cNvPr id="1056" name="Google Shape;1056;p36"/>
          <p:cNvSpPr txBox="1">
            <a:spLocks noGrp="1"/>
          </p:cNvSpPr>
          <p:nvPr>
            <p:ph type="subTitle" idx="6"/>
          </p:nvPr>
        </p:nvSpPr>
        <p:spPr>
          <a:xfrm>
            <a:off x="8110200" y="1924277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Georgia"/>
              </a:rPr>
              <a:t>Чего не делает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38"/>
          <p:cNvSpPr txBox="1">
            <a:spLocks noGrp="1"/>
          </p:cNvSpPr>
          <p:nvPr>
            <p:ph type="title"/>
          </p:nvPr>
        </p:nvSpPr>
        <p:spPr>
          <a:xfrm>
            <a:off x="507750" y="613663"/>
            <a:ext cx="11176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Как устроено: пять слоёв.</a:t>
            </a:r>
            <a:endParaRPr/>
          </a:p>
        </p:txBody>
      </p:sp>
      <p:sp>
        <p:nvSpPr>
          <p:cNvPr id="1079" name="Google Shape;1079;p38"/>
          <p:cNvSpPr txBox="1">
            <a:spLocks noGrp="1"/>
          </p:cNvSpPr>
          <p:nvPr>
            <p:ph type="body" idx="1"/>
          </p:nvPr>
        </p:nvSpPr>
        <p:spPr>
          <a:xfrm>
            <a:off x="507750" y="3972503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dirty="0" err="1"/>
              <a:t>два</a:t>
            </a:r>
            <a:r>
              <a:rPr lang="en" sz="1300" dirty="0"/>
              <a:t> </a:t>
            </a:r>
            <a:r>
              <a:rPr lang="en" sz="1300" dirty="0" err="1"/>
              <a:t>файла</a:t>
            </a:r>
            <a:r>
              <a:rPr lang="en" sz="1300" dirty="0"/>
              <a:t> </a:t>
            </a:r>
            <a:r>
              <a:rPr lang="en" sz="1300" dirty="0" err="1"/>
              <a:t>выгрузки</a:t>
            </a:r>
            <a:r>
              <a:rPr lang="en" sz="1300" dirty="0"/>
              <a:t> </a:t>
            </a:r>
            <a:r>
              <a:rPr lang="en" sz="1300" dirty="0" err="1"/>
              <a:t>приводим</a:t>
            </a:r>
            <a:r>
              <a:rPr lang="en" sz="1300" dirty="0"/>
              <a:t> </a:t>
            </a:r>
            <a:r>
              <a:rPr lang="en" sz="1300" dirty="0" err="1"/>
              <a:t>к</a:t>
            </a:r>
            <a:r>
              <a:rPr lang="en" sz="1300" dirty="0"/>
              <a:t> </a:t>
            </a:r>
            <a:r>
              <a:rPr lang="en" sz="1300" dirty="0" err="1"/>
              <a:t>одной</a:t>
            </a:r>
            <a:r>
              <a:rPr lang="en" sz="1300" dirty="0"/>
              <a:t> </a:t>
            </a:r>
            <a:r>
              <a:rPr lang="en" sz="1300" dirty="0" err="1"/>
              <a:t>схеме</a:t>
            </a:r>
            <a:endParaRPr sz="1300" dirty="0"/>
          </a:p>
        </p:txBody>
      </p:sp>
      <p:sp>
        <p:nvSpPr>
          <p:cNvPr id="1080" name="Google Shape;1080;p38"/>
          <p:cNvSpPr txBox="1">
            <a:spLocks noGrp="1"/>
          </p:cNvSpPr>
          <p:nvPr>
            <p:ph type="body" idx="3"/>
          </p:nvPr>
        </p:nvSpPr>
        <p:spPr>
          <a:xfrm>
            <a:off x="2757261" y="3972501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 err="1"/>
              <a:t>около</a:t>
            </a:r>
            <a:r>
              <a:rPr lang="en" dirty="0"/>
              <a:t> 30 </a:t>
            </a:r>
            <a:r>
              <a:rPr lang="en" dirty="0" err="1"/>
              <a:t>правил</a:t>
            </a:r>
            <a:r>
              <a:rPr lang="en" dirty="0"/>
              <a:t> </a:t>
            </a:r>
            <a:r>
              <a:rPr lang="en" dirty="0" err="1"/>
              <a:t>по</a:t>
            </a:r>
            <a:r>
              <a:rPr lang="en" dirty="0"/>
              <a:t> </a:t>
            </a:r>
            <a:r>
              <a:rPr lang="en" dirty="0" err="1"/>
              <a:t>статусам</a:t>
            </a:r>
            <a:r>
              <a:rPr lang="en" dirty="0"/>
              <a:t>, </a:t>
            </a:r>
            <a:r>
              <a:rPr lang="en" dirty="0" err="1"/>
              <a:t>долгам</a:t>
            </a:r>
            <a:r>
              <a:rPr lang="en" dirty="0"/>
              <a:t>, </a:t>
            </a:r>
            <a:r>
              <a:rPr lang="en" dirty="0" err="1"/>
              <a:t>судам</a:t>
            </a:r>
            <a:r>
              <a:rPr lang="en" dirty="0"/>
              <a:t> </a:t>
            </a:r>
            <a:r>
              <a:rPr lang="en" dirty="0" err="1"/>
              <a:t>и</a:t>
            </a:r>
            <a:r>
              <a:rPr lang="en" dirty="0"/>
              <a:t> </a:t>
            </a:r>
            <a:r>
              <a:rPr lang="en" dirty="0" err="1"/>
              <a:t>финансам</a:t>
            </a:r>
            <a:r>
              <a:rPr lang="en" dirty="0"/>
              <a:t>; </a:t>
            </a:r>
            <a:r>
              <a:rPr lang="en" dirty="0" err="1"/>
              <a:t>рекомендация</a:t>
            </a:r>
            <a:r>
              <a:rPr lang="en" dirty="0"/>
              <a:t> </a:t>
            </a:r>
            <a:r>
              <a:rPr lang="en" dirty="0" err="1"/>
              <a:t>считается</a:t>
            </a:r>
            <a:r>
              <a:rPr lang="en" dirty="0"/>
              <a:t> </a:t>
            </a:r>
            <a:r>
              <a:rPr lang="en" dirty="0" err="1"/>
              <a:t>кодом</a:t>
            </a:r>
            <a:endParaRPr dirty="0"/>
          </a:p>
        </p:txBody>
      </p:sp>
      <p:sp>
        <p:nvSpPr>
          <p:cNvPr id="1081" name="Google Shape;1081;p38"/>
          <p:cNvSpPr txBox="1">
            <a:spLocks noGrp="1"/>
          </p:cNvSpPr>
          <p:nvPr>
            <p:ph type="body" idx="5"/>
          </p:nvPr>
        </p:nvSpPr>
        <p:spPr>
          <a:xfrm>
            <a:off x="5006772" y="3972517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dirty="0" err="1"/>
              <a:t>агент</a:t>
            </a:r>
            <a:r>
              <a:rPr lang="en" sz="1300" dirty="0"/>
              <a:t> </a:t>
            </a:r>
            <a:r>
              <a:rPr lang="en" sz="1300" dirty="0" err="1"/>
              <a:t>получает</a:t>
            </a:r>
            <a:r>
              <a:rPr lang="en" sz="1300" dirty="0"/>
              <a:t> </a:t>
            </a:r>
            <a:r>
              <a:rPr lang="en" sz="1300" dirty="0" err="1"/>
              <a:t>данные</a:t>
            </a:r>
            <a:r>
              <a:rPr lang="en" sz="1300" dirty="0"/>
              <a:t> </a:t>
            </a:r>
            <a:r>
              <a:rPr lang="en" sz="1300" dirty="0" err="1"/>
              <a:t>только</a:t>
            </a:r>
            <a:r>
              <a:rPr lang="en" sz="1300" dirty="0"/>
              <a:t> </a:t>
            </a:r>
            <a:r>
              <a:rPr lang="en" sz="1300" dirty="0" err="1"/>
              <a:t>через</a:t>
            </a:r>
            <a:r>
              <a:rPr lang="en" sz="1300" dirty="0"/>
              <a:t> </a:t>
            </a:r>
            <a:r>
              <a:rPr lang="en" sz="1300" dirty="0" err="1"/>
              <a:t>инструменты</a:t>
            </a:r>
            <a:endParaRPr sz="1300" dirty="0"/>
          </a:p>
        </p:txBody>
      </p:sp>
      <p:sp>
        <p:nvSpPr>
          <p:cNvPr id="1082" name="Google Shape;1082;p38"/>
          <p:cNvSpPr txBox="1">
            <a:spLocks noGrp="1"/>
          </p:cNvSpPr>
          <p:nvPr>
            <p:ph type="body" idx="7"/>
          </p:nvPr>
        </p:nvSpPr>
        <p:spPr>
          <a:xfrm>
            <a:off x="7256283" y="3972525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модель выбирает инструменты и пишет ответ; отдельный узел сверяет каждую цитату с отчётом</a:t>
            </a:r>
            <a:endParaRPr/>
          </a:p>
        </p:txBody>
      </p:sp>
      <p:sp>
        <p:nvSpPr>
          <p:cNvPr id="1083" name="Google Shape;1083;p38"/>
          <p:cNvSpPr txBox="1">
            <a:spLocks noGrp="1"/>
          </p:cNvSpPr>
          <p:nvPr>
            <p:ph type="body" idx="9"/>
          </p:nvPr>
        </p:nvSpPr>
        <p:spPr>
          <a:xfrm>
            <a:off x="9505794" y="3972491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ответ приходит потоком, сессия хранит контекст; есть страница чата и Docker</a:t>
            </a:r>
            <a:endParaRPr/>
          </a:p>
        </p:txBody>
      </p:sp>
      <p:cxnSp>
        <p:nvCxnSpPr>
          <p:cNvPr id="1084" name="Google Shape;1084;p38"/>
          <p:cNvCxnSpPr/>
          <p:nvPr/>
        </p:nvCxnSpPr>
        <p:spPr>
          <a:xfrm>
            <a:off x="278550" y="3057463"/>
            <a:ext cx="11634900" cy="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5" name="Google Shape;1085;p38"/>
          <p:cNvSpPr txBox="1">
            <a:spLocks noGrp="1"/>
          </p:cNvSpPr>
          <p:nvPr>
            <p:ph type="subTitle" idx="2"/>
          </p:nvPr>
        </p:nvSpPr>
        <p:spPr>
          <a:xfrm>
            <a:off x="507750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Данные</a:t>
            </a:r>
            <a:endParaRPr/>
          </a:p>
        </p:txBody>
      </p:sp>
      <p:sp>
        <p:nvSpPr>
          <p:cNvPr id="1086" name="Google Shape;1086;p38"/>
          <p:cNvSpPr txBox="1">
            <a:spLocks noGrp="1"/>
          </p:cNvSpPr>
          <p:nvPr>
            <p:ph type="subTitle" idx="4"/>
          </p:nvPr>
        </p:nvSpPr>
        <p:spPr>
          <a:xfrm>
            <a:off x="2773538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Сигналы</a:t>
            </a:r>
            <a:endParaRPr/>
          </a:p>
        </p:txBody>
      </p:sp>
      <p:sp>
        <p:nvSpPr>
          <p:cNvPr id="1087" name="Google Shape;1087;p38"/>
          <p:cNvSpPr txBox="1">
            <a:spLocks noGrp="1"/>
          </p:cNvSpPr>
          <p:nvPr>
            <p:ph type="subTitle" idx="6"/>
          </p:nvPr>
        </p:nvSpPr>
        <p:spPr>
          <a:xfrm>
            <a:off x="5039326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MCP</a:t>
            </a:r>
            <a:endParaRPr/>
          </a:p>
        </p:txBody>
      </p:sp>
      <p:sp>
        <p:nvSpPr>
          <p:cNvPr id="1088" name="Google Shape;1088;p38"/>
          <p:cNvSpPr txBox="1">
            <a:spLocks noGrp="1"/>
          </p:cNvSpPr>
          <p:nvPr>
            <p:ph type="subTitle" idx="8"/>
          </p:nvPr>
        </p:nvSpPr>
        <p:spPr>
          <a:xfrm>
            <a:off x="7305113" y="2012575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Агент</a:t>
            </a:r>
            <a:endParaRPr/>
          </a:p>
        </p:txBody>
      </p:sp>
      <p:sp>
        <p:nvSpPr>
          <p:cNvPr id="1089" name="Google Shape;1089;p38"/>
          <p:cNvSpPr txBox="1">
            <a:spLocks noGrp="1"/>
          </p:cNvSpPr>
          <p:nvPr>
            <p:ph type="subTitle" idx="13"/>
          </p:nvPr>
        </p:nvSpPr>
        <p:spPr>
          <a:xfrm>
            <a:off x="9570901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API</a:t>
            </a:r>
            <a:endParaRPr/>
          </a:p>
        </p:txBody>
      </p:sp>
      <p:sp>
        <p:nvSpPr>
          <p:cNvPr id="1090" name="Google Shape;1090;p38"/>
          <p:cNvSpPr txBox="1">
            <a:spLocks noGrp="1"/>
          </p:cNvSpPr>
          <p:nvPr>
            <p:ph type="subTitle" idx="14"/>
          </p:nvPr>
        </p:nvSpPr>
        <p:spPr>
          <a:xfrm>
            <a:off x="507750" y="3518013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200 карточек</a:t>
            </a:r>
            <a:endParaRPr/>
          </a:p>
        </p:txBody>
      </p:sp>
      <p:sp>
        <p:nvSpPr>
          <p:cNvPr id="1091" name="Google Shape;1091;p38"/>
          <p:cNvSpPr txBox="1">
            <a:spLocks noGrp="1"/>
          </p:cNvSpPr>
          <p:nvPr>
            <p:ph type="subTitle" idx="15"/>
          </p:nvPr>
        </p:nvSpPr>
        <p:spPr>
          <a:xfrm>
            <a:off x="2757261" y="3518000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/>
              <a:t>правила без модели</a:t>
            </a:r>
            <a:endParaRPr/>
          </a:p>
        </p:txBody>
      </p:sp>
      <p:sp>
        <p:nvSpPr>
          <p:cNvPr id="1092" name="Google Shape;1092;p38"/>
          <p:cNvSpPr txBox="1">
            <a:spLocks noGrp="1"/>
          </p:cNvSpPr>
          <p:nvPr>
            <p:ph type="subTitle" idx="16"/>
          </p:nvPr>
        </p:nvSpPr>
        <p:spPr>
          <a:xfrm>
            <a:off x="5006771" y="3518013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400"/>
              <a:t>8 инструментов</a:t>
            </a:r>
            <a:endParaRPr/>
          </a:p>
        </p:txBody>
      </p:sp>
      <p:sp>
        <p:nvSpPr>
          <p:cNvPr id="1093" name="Google Shape;1093;p38"/>
          <p:cNvSpPr txBox="1">
            <a:spLocks noGrp="1"/>
          </p:cNvSpPr>
          <p:nvPr>
            <p:ph type="subTitle" idx="17"/>
          </p:nvPr>
        </p:nvSpPr>
        <p:spPr>
          <a:xfrm>
            <a:off x="7256282" y="3518000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/>
              <a:t>LangGraph, 4 узла</a:t>
            </a:r>
            <a:endParaRPr/>
          </a:p>
        </p:txBody>
      </p:sp>
      <p:sp>
        <p:nvSpPr>
          <p:cNvPr id="1094" name="Google Shape;1094;p38"/>
          <p:cNvSpPr txBox="1">
            <a:spLocks noGrp="1"/>
          </p:cNvSpPr>
          <p:nvPr>
            <p:ph type="subTitle" idx="18"/>
          </p:nvPr>
        </p:nvSpPr>
        <p:spPr>
          <a:xfrm>
            <a:off x="9505793" y="3517988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 dirty="0" err="1"/>
              <a:t>и</a:t>
            </a:r>
            <a:r>
              <a:rPr lang="en" sz="1400" dirty="0"/>
              <a:t> </a:t>
            </a:r>
            <a:r>
              <a:rPr lang="en" sz="1400" dirty="0" err="1"/>
              <a:t>интерфейс</a:t>
            </a:r>
            <a:endParaRPr dirty="0"/>
          </a:p>
        </p:txBody>
      </p:sp>
      <p:cxnSp>
        <p:nvCxnSpPr>
          <p:cNvPr id="1095" name="Google Shape;1095;p38"/>
          <p:cNvCxnSpPr/>
          <p:nvPr/>
        </p:nvCxnSpPr>
        <p:spPr>
          <a:xfrm rot="10800000">
            <a:off x="1629600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6" name="Google Shape;1096;p38"/>
          <p:cNvCxnSpPr/>
          <p:nvPr/>
        </p:nvCxnSpPr>
        <p:spPr>
          <a:xfrm rot="10800000">
            <a:off x="3879113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7" name="Google Shape;1097;p38"/>
          <p:cNvCxnSpPr/>
          <p:nvPr/>
        </p:nvCxnSpPr>
        <p:spPr>
          <a:xfrm rot="10800000">
            <a:off x="6128625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8" name="Google Shape;1098;p38"/>
          <p:cNvCxnSpPr/>
          <p:nvPr/>
        </p:nvCxnSpPr>
        <p:spPr>
          <a:xfrm rot="10800000">
            <a:off x="8378138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9" name="Google Shape;1099;p38"/>
          <p:cNvCxnSpPr/>
          <p:nvPr/>
        </p:nvCxnSpPr>
        <p:spPr>
          <a:xfrm rot="10800000">
            <a:off x="10627650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24"/>
          <p:cNvSpPr txBox="1">
            <a:spLocks noGrp="1"/>
          </p:cNvSpPr>
          <p:nvPr>
            <p:ph type="title"/>
          </p:nvPr>
        </p:nvSpPr>
        <p:spPr>
          <a:xfrm>
            <a:off x="1278450" y="1325375"/>
            <a:ext cx="8894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Что работает на 3 сентября.</a:t>
            </a:r>
            <a:endParaRPr/>
          </a:p>
        </p:txBody>
      </p:sp>
      <p:sp>
        <p:nvSpPr>
          <p:cNvPr id="862" name="Google Shape;862;p24"/>
          <p:cNvSpPr txBox="1">
            <a:spLocks noGrp="1"/>
          </p:cNvSpPr>
          <p:nvPr>
            <p:ph type="body" idx="1"/>
          </p:nvPr>
        </p:nvSpPr>
        <p:spPr>
          <a:xfrm>
            <a:off x="1278450" y="1875025"/>
            <a:ext cx="8894400" cy="3657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85000" lnSpcReduction="10000"/>
          </a:bodyPr>
          <a:lstStyle/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400" dirty="0" err="1"/>
              <a:t>Сквозной</a:t>
            </a:r>
            <a:r>
              <a:rPr lang="en" sz="1400" dirty="0"/>
              <a:t> </a:t>
            </a:r>
            <a:r>
              <a:rPr lang="en" sz="1400" dirty="0" err="1"/>
              <a:t>прототип</a:t>
            </a:r>
            <a:r>
              <a:rPr lang="en" sz="1400" dirty="0"/>
              <a:t>: </a:t>
            </a:r>
            <a:r>
              <a:rPr lang="en" sz="1400" dirty="0" err="1"/>
              <a:t>по</a:t>
            </a:r>
            <a:r>
              <a:rPr lang="en" sz="1400" dirty="0"/>
              <a:t> ИНН </a:t>
            </a:r>
            <a:r>
              <a:rPr lang="en" sz="1400" dirty="0" err="1"/>
              <a:t>или</a:t>
            </a:r>
            <a:r>
              <a:rPr lang="en" sz="1400" dirty="0"/>
              <a:t> </a:t>
            </a:r>
            <a:r>
              <a:rPr lang="en" sz="1400" dirty="0" err="1"/>
              <a:t>названию</a:t>
            </a:r>
            <a:r>
              <a:rPr lang="en" sz="1400" dirty="0"/>
              <a:t> </a:t>
            </a:r>
            <a:r>
              <a:rPr lang="en" sz="1400" dirty="0" err="1"/>
              <a:t>агент</a:t>
            </a:r>
            <a:r>
              <a:rPr lang="en" sz="1400" dirty="0"/>
              <a:t> </a:t>
            </a:r>
            <a:r>
              <a:rPr lang="en" sz="1400" dirty="0" err="1"/>
              <a:t>читает</a:t>
            </a:r>
            <a:r>
              <a:rPr lang="en" sz="1400" dirty="0"/>
              <a:t> </a:t>
            </a:r>
            <a:r>
              <a:rPr lang="en" sz="1400" dirty="0" err="1"/>
              <a:t>отчёт</a:t>
            </a:r>
            <a:r>
              <a:rPr lang="en" sz="1400" dirty="0"/>
              <a:t> </a:t>
            </a:r>
            <a:r>
              <a:rPr lang="en" sz="1400" dirty="0" err="1"/>
              <a:t>через</a:t>
            </a:r>
            <a:r>
              <a:rPr lang="en" sz="1400" dirty="0"/>
              <a:t> </a:t>
            </a:r>
            <a:r>
              <a:rPr lang="en" sz="1400" dirty="0" err="1"/>
              <a:t>инструменты</a:t>
            </a:r>
            <a:r>
              <a:rPr lang="en" sz="1400" dirty="0"/>
              <a:t>, </a:t>
            </a:r>
            <a:r>
              <a:rPr lang="en" sz="1400" dirty="0" err="1"/>
              <a:t>считает</a:t>
            </a:r>
            <a:r>
              <a:rPr lang="en" sz="1400" dirty="0"/>
              <a:t> </a:t>
            </a:r>
            <a:r>
              <a:rPr lang="en" sz="1400" dirty="0" err="1"/>
              <a:t>сигналы</a:t>
            </a:r>
            <a:r>
              <a:rPr lang="en" sz="1400" dirty="0"/>
              <a:t> </a:t>
            </a:r>
            <a:r>
              <a:rPr lang="en" sz="1400" dirty="0" err="1"/>
              <a:t>и</a:t>
            </a:r>
            <a:r>
              <a:rPr lang="en" sz="1400" dirty="0"/>
              <a:t> </a:t>
            </a:r>
            <a:r>
              <a:rPr lang="en" sz="1400" dirty="0" err="1"/>
              <a:t>собирает</a:t>
            </a:r>
            <a:r>
              <a:rPr lang="en" sz="1400" dirty="0"/>
              <a:t> </a:t>
            </a:r>
            <a:r>
              <a:rPr lang="en" sz="1400" dirty="0" err="1"/>
              <a:t>карточку</a:t>
            </a:r>
            <a:r>
              <a:rPr lang="en" sz="1400" dirty="0"/>
              <a:t> </a:t>
            </a:r>
            <a:r>
              <a:rPr lang="en" sz="1400" dirty="0" err="1"/>
              <a:t>с</a:t>
            </a:r>
            <a:r>
              <a:rPr lang="en" sz="1400" dirty="0"/>
              <a:t> </a:t>
            </a:r>
            <a:r>
              <a:rPr lang="en" sz="1400" dirty="0" err="1"/>
              <a:t>проверенными</a:t>
            </a:r>
            <a:r>
              <a:rPr lang="en" sz="1400" dirty="0"/>
              <a:t> </a:t>
            </a:r>
            <a:r>
              <a:rPr lang="en" sz="1400" dirty="0" err="1"/>
              <a:t>ссылками</a:t>
            </a:r>
            <a:r>
              <a:rPr lang="en" sz="1400" dirty="0"/>
              <a:t> </a:t>
            </a:r>
            <a:r>
              <a:rPr lang="en" sz="1400" dirty="0" err="1"/>
              <a:t>на</a:t>
            </a:r>
            <a:r>
              <a:rPr lang="en" sz="1400" dirty="0"/>
              <a:t> </a:t>
            </a:r>
            <a:r>
              <a:rPr lang="en" sz="1400" dirty="0" err="1"/>
              <a:t>поля</a:t>
            </a:r>
            <a:endParaRPr dirty="0"/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400" dirty="0"/>
              <a:t>200 </a:t>
            </a:r>
            <a:r>
              <a:rPr lang="en" sz="1400" dirty="0" err="1"/>
              <a:t>карточек</a:t>
            </a:r>
            <a:r>
              <a:rPr lang="en" sz="1400" dirty="0"/>
              <a:t> </a:t>
            </a:r>
            <a:r>
              <a:rPr lang="en" sz="1400" dirty="0" err="1"/>
              <a:t>загружаются</a:t>
            </a:r>
            <a:r>
              <a:rPr lang="en" sz="1400" dirty="0"/>
              <a:t> </a:t>
            </a:r>
            <a:r>
              <a:rPr lang="en" sz="1400" dirty="0" err="1"/>
              <a:t>без</a:t>
            </a:r>
            <a:r>
              <a:rPr lang="en" sz="1400" dirty="0"/>
              <a:t> </a:t>
            </a:r>
            <a:r>
              <a:rPr lang="en" sz="1400" dirty="0" err="1"/>
              <a:t>ошибок</a:t>
            </a:r>
            <a:r>
              <a:rPr lang="en" sz="1400" dirty="0"/>
              <a:t>; 63 519 </a:t>
            </a:r>
            <a:r>
              <a:rPr lang="en" sz="1400" dirty="0" err="1"/>
              <a:t>адресов</a:t>
            </a:r>
            <a:r>
              <a:rPr lang="en" sz="1400" dirty="0"/>
              <a:t> </a:t>
            </a:r>
            <a:r>
              <a:rPr lang="en" sz="1400" dirty="0" err="1"/>
              <a:t>полей</a:t>
            </a:r>
            <a:r>
              <a:rPr lang="en" sz="1400" dirty="0"/>
              <a:t> </a:t>
            </a:r>
            <a:r>
              <a:rPr lang="en" sz="1400" dirty="0" err="1"/>
              <a:t>прошли</a:t>
            </a:r>
            <a:r>
              <a:rPr lang="en" sz="1400" dirty="0"/>
              <a:t> </a:t>
            </a:r>
            <a:r>
              <a:rPr lang="en" sz="1400" dirty="0" err="1"/>
              <a:t>проверку</a:t>
            </a:r>
            <a:r>
              <a:rPr lang="en" sz="1400" dirty="0"/>
              <a:t> </a:t>
            </a:r>
            <a:r>
              <a:rPr lang="en" sz="1400" dirty="0" err="1"/>
              <a:t>туда</a:t>
            </a:r>
            <a:r>
              <a:rPr lang="en" sz="1400" dirty="0"/>
              <a:t> </a:t>
            </a:r>
            <a:r>
              <a:rPr lang="en" sz="1400" dirty="0" err="1"/>
              <a:t>и</a:t>
            </a:r>
            <a:r>
              <a:rPr lang="en" sz="1400" dirty="0"/>
              <a:t> </a:t>
            </a:r>
            <a:r>
              <a:rPr lang="en" sz="1400" dirty="0" err="1"/>
              <a:t>обратно</a:t>
            </a:r>
            <a:endParaRPr dirty="0"/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400" dirty="0" err="1"/>
              <a:t>Рекомендация</a:t>
            </a:r>
            <a:r>
              <a:rPr lang="en" sz="1400" dirty="0"/>
              <a:t> </a:t>
            </a:r>
            <a:r>
              <a:rPr lang="en" sz="1400" dirty="0" err="1"/>
              <a:t>по</a:t>
            </a:r>
            <a:r>
              <a:rPr lang="en" sz="1400" dirty="0"/>
              <a:t> </a:t>
            </a:r>
            <a:r>
              <a:rPr lang="en" sz="1400" dirty="0" err="1"/>
              <a:t>всем</a:t>
            </a:r>
            <a:r>
              <a:rPr lang="en" sz="1400" dirty="0"/>
              <a:t> 200 </a:t>
            </a:r>
            <a:r>
              <a:rPr lang="en" sz="1400" dirty="0" err="1"/>
              <a:t>компаниям</a:t>
            </a:r>
            <a:r>
              <a:rPr lang="en" sz="1400" dirty="0"/>
              <a:t> </a:t>
            </a:r>
            <a:r>
              <a:rPr lang="en" sz="1400" dirty="0" err="1"/>
              <a:t>считается</a:t>
            </a:r>
            <a:r>
              <a:rPr lang="en" sz="1400" dirty="0"/>
              <a:t> </a:t>
            </a:r>
            <a:r>
              <a:rPr lang="en" sz="1400" dirty="0" err="1"/>
              <a:t>кодом</a:t>
            </a:r>
            <a:r>
              <a:rPr lang="en" sz="1400" dirty="0"/>
              <a:t>: 91 </a:t>
            </a:r>
            <a:r>
              <a:rPr lang="en" sz="1400" dirty="0" err="1"/>
              <a:t>можно</a:t>
            </a:r>
            <a:r>
              <a:rPr lang="en" sz="1400" dirty="0"/>
              <a:t> </a:t>
            </a:r>
            <a:r>
              <a:rPr lang="en" sz="1400" dirty="0" err="1"/>
              <a:t>работать</a:t>
            </a:r>
            <a:r>
              <a:rPr lang="en" sz="1400" dirty="0"/>
              <a:t>, 77 </a:t>
            </a:r>
            <a:r>
              <a:rPr lang="en" sz="1400" dirty="0" err="1"/>
              <a:t>стоит</a:t>
            </a:r>
            <a:r>
              <a:rPr lang="en" sz="1400" dirty="0"/>
              <a:t> </a:t>
            </a:r>
            <a:r>
              <a:rPr lang="en" sz="1400" dirty="0" err="1"/>
              <a:t>проверить</a:t>
            </a:r>
            <a:r>
              <a:rPr lang="en" sz="1400" dirty="0"/>
              <a:t>, 32 </a:t>
            </a:r>
            <a:r>
              <a:rPr lang="en" sz="1400" dirty="0" err="1"/>
              <a:t>только</a:t>
            </a:r>
            <a:r>
              <a:rPr lang="en" sz="1400" dirty="0"/>
              <a:t> </a:t>
            </a:r>
            <a:r>
              <a:rPr lang="en" sz="1400" dirty="0" err="1"/>
              <a:t>с</a:t>
            </a:r>
            <a:r>
              <a:rPr lang="en" sz="1400" dirty="0"/>
              <a:t> </a:t>
            </a:r>
            <a:r>
              <a:rPr lang="en" sz="1400" dirty="0" err="1"/>
              <a:t>условиями</a:t>
            </a:r>
            <a:r>
              <a:rPr lang="en" sz="1400" dirty="0"/>
              <a:t>. </a:t>
            </a:r>
            <a:r>
              <a:rPr lang="en" sz="1400" dirty="0" err="1"/>
              <a:t>Банкрот</a:t>
            </a:r>
            <a:r>
              <a:rPr lang="en" sz="1400" dirty="0"/>
              <a:t> </a:t>
            </a:r>
            <a:r>
              <a:rPr lang="en" sz="1400" dirty="0" err="1"/>
              <a:t>с</a:t>
            </a:r>
            <a:r>
              <a:rPr lang="en" sz="1400" dirty="0"/>
              <a:t> </a:t>
            </a:r>
            <a:r>
              <a:rPr lang="en" sz="1400" dirty="0" err="1"/>
              <a:t>зелёной</a:t>
            </a:r>
            <a:r>
              <a:rPr lang="en" sz="1400" dirty="0"/>
              <a:t> </a:t>
            </a:r>
            <a:r>
              <a:rPr lang="en" sz="1400" dirty="0" err="1"/>
              <a:t>меткой</a:t>
            </a:r>
            <a:r>
              <a:rPr lang="en" sz="1400" dirty="0"/>
              <a:t> </a:t>
            </a:r>
            <a:r>
              <a:rPr lang="en" sz="1400" dirty="0" err="1"/>
              <a:t>и</a:t>
            </a:r>
            <a:r>
              <a:rPr lang="en" sz="1400" dirty="0"/>
              <a:t> </a:t>
            </a:r>
            <a:r>
              <a:rPr lang="en" sz="1400" dirty="0" err="1"/>
              <a:t>исключение</a:t>
            </a:r>
            <a:r>
              <a:rPr lang="en" sz="1400" dirty="0"/>
              <a:t> </a:t>
            </a:r>
            <a:r>
              <a:rPr lang="en" sz="1400" dirty="0" err="1"/>
              <a:t>из</a:t>
            </a:r>
            <a:r>
              <a:rPr lang="en" sz="1400" dirty="0"/>
              <a:t> ЕГРЮЛ </a:t>
            </a:r>
            <a:r>
              <a:rPr lang="en" sz="1400" dirty="0" err="1"/>
              <a:t>ловятся</a:t>
            </a:r>
            <a:endParaRPr dirty="0"/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400" dirty="0" err="1"/>
              <a:t>Первый</a:t>
            </a:r>
            <a:r>
              <a:rPr lang="en" sz="1400" dirty="0"/>
              <a:t> </a:t>
            </a:r>
            <a:r>
              <a:rPr lang="en" sz="1400" dirty="0" err="1"/>
              <a:t>живой</a:t>
            </a:r>
            <a:r>
              <a:rPr lang="en" sz="1400" dirty="0"/>
              <a:t> </a:t>
            </a:r>
            <a:r>
              <a:rPr lang="en" sz="1400" dirty="0" err="1"/>
              <a:t>прогон</a:t>
            </a:r>
            <a:r>
              <a:rPr lang="en" sz="1400" dirty="0"/>
              <a:t>: 18 </a:t>
            </a:r>
            <a:r>
              <a:rPr lang="en" sz="1400" dirty="0" err="1"/>
              <a:t>из</a:t>
            </a:r>
            <a:r>
              <a:rPr lang="en" sz="1400" dirty="0"/>
              <a:t> 18 </a:t>
            </a:r>
            <a:r>
              <a:rPr lang="en" sz="1400" dirty="0" err="1"/>
              <a:t>цитат</a:t>
            </a:r>
            <a:r>
              <a:rPr lang="en" sz="1400" dirty="0"/>
              <a:t> </a:t>
            </a:r>
            <a:r>
              <a:rPr lang="en" sz="1400" dirty="0" err="1"/>
              <a:t>подтверждены</a:t>
            </a:r>
            <a:r>
              <a:rPr lang="en" sz="1400" dirty="0"/>
              <a:t>, </a:t>
            </a:r>
            <a:r>
              <a:rPr lang="en" sz="1400" dirty="0" err="1"/>
              <a:t>полный</a:t>
            </a:r>
            <a:r>
              <a:rPr lang="en" sz="1400" dirty="0"/>
              <a:t> </a:t>
            </a:r>
            <a:r>
              <a:rPr lang="en" sz="1400" dirty="0" err="1"/>
              <a:t>ответ</a:t>
            </a:r>
            <a:r>
              <a:rPr lang="en" sz="1400" dirty="0"/>
              <a:t> </a:t>
            </a:r>
            <a:r>
              <a:rPr lang="en" sz="1400" dirty="0" err="1"/>
              <a:t>за</a:t>
            </a:r>
            <a:r>
              <a:rPr lang="en" sz="1400" dirty="0"/>
              <a:t> 34–54 </a:t>
            </a:r>
            <a:r>
              <a:rPr lang="en" sz="1400" dirty="0" err="1"/>
              <a:t>секунды</a:t>
            </a:r>
            <a:endParaRPr dirty="0"/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400" dirty="0"/>
              <a:t>MCP-</a:t>
            </a:r>
            <a:r>
              <a:rPr lang="en" sz="1400" dirty="0" err="1"/>
              <a:t>сервер</a:t>
            </a:r>
            <a:r>
              <a:rPr lang="en" sz="1400" dirty="0"/>
              <a:t> </a:t>
            </a:r>
            <a:r>
              <a:rPr lang="en" sz="1400" dirty="0" err="1"/>
              <a:t>подключается</a:t>
            </a:r>
            <a:r>
              <a:rPr lang="en" sz="1400" dirty="0"/>
              <a:t> </a:t>
            </a:r>
            <a:r>
              <a:rPr lang="en" sz="1400" dirty="0" err="1"/>
              <a:t>к</a:t>
            </a:r>
            <a:r>
              <a:rPr lang="en" sz="1400" dirty="0"/>
              <a:t> Claude Desktop; API </a:t>
            </a:r>
            <a:r>
              <a:rPr lang="en" sz="1400" dirty="0" err="1"/>
              <a:t>с</a:t>
            </a:r>
            <a:r>
              <a:rPr lang="en" sz="1400" dirty="0"/>
              <a:t> </a:t>
            </a:r>
            <a:r>
              <a:rPr lang="en" sz="1400" dirty="0" err="1"/>
              <a:t>потоковым</a:t>
            </a:r>
            <a:r>
              <a:rPr lang="en" sz="1400" dirty="0"/>
              <a:t> </a:t>
            </a:r>
            <a:r>
              <a:rPr lang="en" sz="1400" dirty="0" err="1"/>
              <a:t>ответом</a:t>
            </a:r>
            <a:r>
              <a:rPr lang="en" sz="1400" dirty="0"/>
              <a:t> </a:t>
            </a:r>
            <a:r>
              <a:rPr lang="en" sz="1400" dirty="0" err="1"/>
              <a:t>и</a:t>
            </a:r>
            <a:r>
              <a:rPr lang="en" sz="1400" dirty="0"/>
              <a:t> </a:t>
            </a:r>
            <a:r>
              <a:rPr lang="en" sz="1400" dirty="0" err="1"/>
              <a:t>черновая</a:t>
            </a:r>
            <a:r>
              <a:rPr lang="en" sz="1400" dirty="0"/>
              <a:t> </a:t>
            </a:r>
            <a:r>
              <a:rPr lang="en" sz="1400" dirty="0" err="1"/>
              <a:t>страница</a:t>
            </a:r>
            <a:r>
              <a:rPr lang="en" sz="1400" dirty="0"/>
              <a:t> </a:t>
            </a:r>
            <a:r>
              <a:rPr lang="en" sz="1400" dirty="0" err="1"/>
              <a:t>чата</a:t>
            </a:r>
            <a:r>
              <a:rPr lang="en" sz="1400" dirty="0"/>
              <a:t> </a:t>
            </a:r>
            <a:r>
              <a:rPr lang="en" sz="1400" dirty="0" err="1"/>
              <a:t>собираются</a:t>
            </a:r>
            <a:r>
              <a:rPr lang="en" sz="1400" dirty="0"/>
              <a:t> </a:t>
            </a:r>
            <a:r>
              <a:rPr lang="en" sz="1400" dirty="0" err="1"/>
              <a:t>в</a:t>
            </a:r>
            <a:r>
              <a:rPr lang="en" sz="1400" dirty="0"/>
              <a:t> Docker</a:t>
            </a:r>
            <a:endParaRPr dirty="0"/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400" dirty="0"/>
              <a:t>166 </a:t>
            </a:r>
            <a:r>
              <a:rPr lang="en" sz="1400" dirty="0" err="1"/>
              <a:t>автотестов</a:t>
            </a:r>
            <a:r>
              <a:rPr lang="en" sz="1400" dirty="0"/>
              <a:t> </a:t>
            </a:r>
            <a:r>
              <a:rPr lang="en" sz="1400" dirty="0" err="1"/>
              <a:t>без</a:t>
            </a:r>
            <a:r>
              <a:rPr lang="en" sz="1400" dirty="0"/>
              <a:t> </a:t>
            </a:r>
            <a:r>
              <a:rPr lang="en" sz="1400" dirty="0" err="1"/>
              <a:t>сети</a:t>
            </a:r>
            <a:r>
              <a:rPr lang="en" sz="1400" dirty="0"/>
              <a:t> </a:t>
            </a:r>
            <a:r>
              <a:rPr lang="en" sz="1400" dirty="0" err="1"/>
              <a:t>и</a:t>
            </a:r>
            <a:r>
              <a:rPr lang="en" sz="1400" dirty="0"/>
              <a:t> </a:t>
            </a:r>
            <a:r>
              <a:rPr lang="en" sz="1400" dirty="0" err="1"/>
              <a:t>без</a:t>
            </a:r>
            <a:r>
              <a:rPr lang="en" sz="1400" dirty="0"/>
              <a:t> </a:t>
            </a:r>
            <a:r>
              <a:rPr lang="en" sz="1400" dirty="0" err="1"/>
              <a:t>модели</a:t>
            </a:r>
            <a:r>
              <a:rPr lang="en" sz="1400" dirty="0"/>
              <a:t>; </a:t>
            </a:r>
            <a:r>
              <a:rPr lang="en" sz="1400" dirty="0" err="1"/>
              <a:t>модель</a:t>
            </a:r>
            <a:r>
              <a:rPr lang="en" sz="1400" dirty="0"/>
              <a:t> </a:t>
            </a:r>
            <a:r>
              <a:rPr lang="en" sz="1400" dirty="0" err="1"/>
              <a:t>меняется</a:t>
            </a:r>
            <a:r>
              <a:rPr lang="en" sz="1400" dirty="0"/>
              <a:t> </a:t>
            </a:r>
            <a:r>
              <a:rPr lang="en" sz="1400" dirty="0" err="1"/>
              <a:t>одной</a:t>
            </a:r>
            <a:r>
              <a:rPr lang="en" sz="1400" dirty="0"/>
              <a:t> </a:t>
            </a:r>
            <a:r>
              <a:rPr lang="en" sz="1400" dirty="0" err="1"/>
              <a:t>строкой</a:t>
            </a:r>
            <a:r>
              <a:rPr lang="en" sz="1400" dirty="0"/>
              <a:t> </a:t>
            </a:r>
            <a:r>
              <a:rPr lang="en" sz="1400" dirty="0" err="1"/>
              <a:t>конфига</a:t>
            </a:r>
            <a:r>
              <a:rPr lang="en" sz="1400" dirty="0"/>
              <a:t>, </a:t>
            </a:r>
            <a:r>
              <a:rPr lang="en" sz="1400" dirty="0" err="1"/>
              <a:t>проверено</a:t>
            </a:r>
            <a:r>
              <a:rPr lang="en" sz="1400" dirty="0"/>
              <a:t> </a:t>
            </a:r>
            <a:r>
              <a:rPr lang="en" sz="1400" dirty="0" err="1"/>
              <a:t>на</a:t>
            </a:r>
            <a:r>
              <a:rPr lang="en" sz="1400" dirty="0"/>
              <a:t> </a:t>
            </a:r>
            <a:r>
              <a:rPr lang="en" sz="1400" dirty="0" err="1"/>
              <a:t>трёх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1"/>
          <p:cNvSpPr txBox="1">
            <a:spLocks noGrp="1"/>
          </p:cNvSpPr>
          <p:nvPr>
            <p:ph type="title"/>
          </p:nvPr>
        </p:nvSpPr>
        <p:spPr>
          <a:xfrm>
            <a:off x="1437263" y="520450"/>
            <a:ext cx="9317400" cy="872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Эталон: 50 вопросов.</a:t>
            </a:r>
            <a:endParaRPr/>
          </a:p>
        </p:txBody>
      </p:sp>
      <p:sp>
        <p:nvSpPr>
          <p:cNvPr id="911" name="Google Shape;911;p31"/>
          <p:cNvSpPr txBox="1">
            <a:spLocks noGrp="1"/>
          </p:cNvSpPr>
          <p:nvPr>
            <p:ph type="subTitle" idx="1"/>
          </p:nvPr>
        </p:nvSpPr>
        <p:spPr>
          <a:xfrm>
            <a:off x="1437343" y="1781550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Georgia"/>
              </a:rPr>
              <a:t>Подтверждённые ответы</a:t>
            </a:r>
            <a:endParaRPr/>
          </a:p>
        </p:txBody>
      </p:sp>
      <p:sp>
        <p:nvSpPr>
          <p:cNvPr id="912" name="Google Shape;912;p31"/>
          <p:cNvSpPr txBox="1">
            <a:spLocks noGrp="1"/>
          </p:cNvSpPr>
          <p:nvPr>
            <p:ph type="body" idx="2"/>
          </p:nvPr>
        </p:nvSpPr>
        <p:spPr>
          <a:xfrm>
            <a:off x="1437384" y="2498405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Ответ засчитан, если каждая цитата сходится с полем отчёта и судья ставит не ниже 4 из 5. Цель: не ниже 80 %.</a:t>
            </a:r>
            <a:endParaRPr/>
          </a:p>
        </p:txBody>
      </p:sp>
      <p:sp>
        <p:nvSpPr>
          <p:cNvPr id="913" name="Google Shape;913;p31"/>
          <p:cNvSpPr txBox="1">
            <a:spLocks noGrp="1"/>
          </p:cNvSpPr>
          <p:nvPr>
            <p:ph type="subTitle" idx="3"/>
          </p:nvPr>
        </p:nvSpPr>
        <p:spPr>
          <a:xfrm>
            <a:off x="6262779" y="1781550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Georgia"/>
              </a:rPr>
              <a:t>Корректные отказы</a:t>
            </a:r>
            <a:endParaRPr/>
          </a:p>
        </p:txBody>
      </p:sp>
      <p:sp>
        <p:nvSpPr>
          <p:cNvPr id="914" name="Google Shape;914;p31"/>
          <p:cNvSpPr txBox="1">
            <a:spLocks noGrp="1"/>
          </p:cNvSpPr>
          <p:nvPr>
            <p:ph type="body" idx="4"/>
          </p:nvPr>
        </p:nvSpPr>
        <p:spPr>
          <a:xfrm>
            <a:off x="6262827" y="2498405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Вопросы, ответа на которые в отчёте нет. Агент должен сказать это, а не угадать. Цель: не ниже 90 %.</a:t>
            </a:r>
            <a:endParaRPr/>
          </a:p>
        </p:txBody>
      </p:sp>
      <p:sp>
        <p:nvSpPr>
          <p:cNvPr id="915" name="Google Shape;915;p31"/>
          <p:cNvSpPr txBox="1">
            <a:spLocks noGrp="1"/>
          </p:cNvSpPr>
          <p:nvPr>
            <p:ph type="subTitle" idx="5"/>
          </p:nvPr>
        </p:nvSpPr>
        <p:spPr>
          <a:xfrm>
            <a:off x="1437250" y="4094296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2400" b="1">
                <a:latin typeface="Georgia"/>
              </a:rPr>
              <a:t>Галлюцинации</a:t>
            </a:r>
            <a:endParaRPr dirty="0"/>
          </a:p>
        </p:txBody>
      </p:sp>
      <p:sp>
        <p:nvSpPr>
          <p:cNvPr id="916" name="Google Shape;916;p31"/>
          <p:cNvSpPr txBox="1">
            <a:spLocks noGrp="1"/>
          </p:cNvSpPr>
          <p:nvPr>
            <p:ph type="body" idx="6"/>
          </p:nvPr>
        </p:nvSpPr>
        <p:spPr>
          <a:xfrm>
            <a:off x="1437306" y="4811152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 dirty="0" err="1"/>
              <a:t>Несуществующее</a:t>
            </a:r>
            <a:r>
              <a:rPr lang="en" sz="1400" dirty="0"/>
              <a:t> </a:t>
            </a:r>
            <a:r>
              <a:rPr lang="en" sz="1400" dirty="0" err="1"/>
              <a:t>поле</a:t>
            </a:r>
            <a:r>
              <a:rPr lang="en" sz="1400" dirty="0"/>
              <a:t>, </a:t>
            </a:r>
            <a:r>
              <a:rPr lang="en" sz="1400" dirty="0" err="1"/>
              <a:t>не</a:t>
            </a:r>
            <a:r>
              <a:rPr lang="en" sz="1400" dirty="0"/>
              <a:t> </a:t>
            </a:r>
            <a:r>
              <a:rPr lang="en" sz="1400" dirty="0" err="1"/>
              <a:t>то</a:t>
            </a:r>
            <a:r>
              <a:rPr lang="en" sz="1400" dirty="0"/>
              <a:t> </a:t>
            </a:r>
            <a:r>
              <a:rPr lang="en" sz="1400" dirty="0" err="1"/>
              <a:t>число</a:t>
            </a:r>
            <a:r>
              <a:rPr lang="en" sz="1400" dirty="0"/>
              <a:t>, </a:t>
            </a:r>
            <a:r>
              <a:rPr lang="en" sz="1400" dirty="0" err="1"/>
              <a:t>факт</a:t>
            </a:r>
            <a:r>
              <a:rPr lang="en" sz="1400" dirty="0"/>
              <a:t> </a:t>
            </a:r>
            <a:r>
              <a:rPr lang="en" sz="1400" dirty="0" err="1"/>
              <a:t>не</a:t>
            </a:r>
            <a:r>
              <a:rPr lang="en" sz="1400" dirty="0"/>
              <a:t> </a:t>
            </a:r>
            <a:r>
              <a:rPr lang="en" sz="1400" dirty="0" err="1"/>
              <a:t>из</a:t>
            </a:r>
            <a:r>
              <a:rPr lang="en" sz="1400" dirty="0"/>
              <a:t> </a:t>
            </a:r>
            <a:r>
              <a:rPr lang="en" sz="1400" dirty="0" err="1"/>
              <a:t>отчёта</a:t>
            </a:r>
            <a:r>
              <a:rPr lang="en" sz="1400" dirty="0"/>
              <a:t>. </a:t>
            </a:r>
            <a:r>
              <a:rPr lang="en" sz="1400" dirty="0" err="1"/>
              <a:t>Цель</a:t>
            </a:r>
            <a:r>
              <a:rPr lang="en" sz="1400" dirty="0"/>
              <a:t>: </a:t>
            </a:r>
            <a:r>
              <a:rPr lang="en" sz="1400" dirty="0" err="1"/>
              <a:t>ноль</a:t>
            </a:r>
            <a:r>
              <a:rPr lang="en" sz="1400" dirty="0"/>
              <a:t>.</a:t>
            </a:r>
            <a:endParaRPr dirty="0"/>
          </a:p>
        </p:txBody>
      </p:sp>
      <p:sp>
        <p:nvSpPr>
          <p:cNvPr id="917" name="Google Shape;917;p31"/>
          <p:cNvSpPr txBox="1">
            <a:spLocks noGrp="1"/>
          </p:cNvSpPr>
          <p:nvPr>
            <p:ph type="body" idx="7"/>
          </p:nvPr>
        </p:nvSpPr>
        <p:spPr>
          <a:xfrm>
            <a:off x="6262750" y="4811152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Банкротство, блокировка счетов, активные производства не названы в карточке. Цель: ноль.</a:t>
            </a:r>
            <a:endParaRPr/>
          </a:p>
        </p:txBody>
      </p:sp>
      <p:sp>
        <p:nvSpPr>
          <p:cNvPr id="918" name="Google Shape;918;p31"/>
          <p:cNvSpPr txBox="1">
            <a:spLocks noGrp="1"/>
          </p:cNvSpPr>
          <p:nvPr>
            <p:ph type="subTitle" idx="8"/>
          </p:nvPr>
        </p:nvSpPr>
        <p:spPr>
          <a:xfrm>
            <a:off x="6262702" y="4094296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Georgia"/>
              </a:rPr>
              <a:t>Пропуски критичных фактов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29"/>
          <p:cNvSpPr txBox="1">
            <a:spLocks noGrp="1"/>
          </p:cNvSpPr>
          <p:nvPr>
            <p:ph type="title"/>
          </p:nvPr>
        </p:nvSpPr>
        <p:spPr>
          <a:xfrm>
            <a:off x="487238" y="1136950"/>
            <a:ext cx="10145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Аналоги </a:t>
            </a:r>
            <a:r>
              <a:rPr lang="en">
                <a:solidFill>
                  <a:schemeClr val="accent2"/>
                </a:solidFill>
              </a:rPr>
              <a:t>и наше отличие.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97" name="Google Shape;897;p29"/>
          <p:cNvSpPr txBox="1">
            <a:spLocks noGrp="1"/>
          </p:cNvSpPr>
          <p:nvPr>
            <p:ph type="body" idx="1"/>
          </p:nvPr>
        </p:nvSpPr>
        <p:spPr>
          <a:xfrm>
            <a:off x="487250" y="2385022"/>
            <a:ext cx="4762800" cy="3345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ИИ-ассистент уже есть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Контур.Фокус с ноября 2025 года, там же сравнение до пяти контрагентов. СПАРК с апреля 2026. Dun &amp; Bradstreet за рубежом. Все платные, для юрлиц и профессиональных пользователей: от 30 до 65 тысяч рублей в год.</a:t>
            </a:r>
            <a:endParaRPr sz="2000"/>
          </a:p>
        </p:txBody>
      </p:sp>
      <p:sp>
        <p:nvSpPr>
          <p:cNvPr id="898" name="Google Shape;898;p29"/>
          <p:cNvSpPr txBox="1">
            <a:spLocks noGrp="1"/>
          </p:cNvSpPr>
          <p:nvPr>
            <p:ph type="body" idx="2"/>
          </p:nvPr>
        </p:nvSpPr>
        <p:spPr>
          <a:xfrm>
            <a:off x="5870225" y="2385022"/>
            <a:ext cx="4762800" cy="3345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ИИ пока нет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У банков (Альфа, ВТБ, Точка) отчёт и светофор без ассистента; Сбер анонсировал своего на осень. Массовые сервисы Rusprofile, Saby и ЗаЧестныйБизнес показывают индексы надёжности. Наше отличие: ассистент внутри банковского продукта для малого бизнеса, под каждым выводом ссылка на поле отчёта и честный отказ, когда данных нет.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38"/>
          <p:cNvSpPr txBox="1">
            <a:spLocks noGrp="1"/>
          </p:cNvSpPr>
          <p:nvPr>
            <p:ph type="title"/>
          </p:nvPr>
        </p:nvSpPr>
        <p:spPr>
          <a:xfrm>
            <a:off x="507750" y="613663"/>
            <a:ext cx="11176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План до Demo Day.</a:t>
            </a:r>
            <a:endParaRPr/>
          </a:p>
        </p:txBody>
      </p:sp>
      <p:sp>
        <p:nvSpPr>
          <p:cNvPr id="1079" name="Google Shape;1079;p38"/>
          <p:cNvSpPr txBox="1">
            <a:spLocks noGrp="1"/>
          </p:cNvSpPr>
          <p:nvPr>
            <p:ph type="body" idx="1"/>
          </p:nvPr>
        </p:nvSpPr>
        <p:spPr>
          <a:xfrm>
            <a:off x="507750" y="3972503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показываем первый экран заказчику: три сценария на решение</a:t>
            </a:r>
            <a:endParaRPr/>
          </a:p>
        </p:txBody>
      </p:sp>
      <p:sp>
        <p:nvSpPr>
          <p:cNvPr id="1080" name="Google Shape;1080;p38"/>
          <p:cNvSpPr txBox="1">
            <a:spLocks noGrp="1"/>
          </p:cNvSpPr>
          <p:nvPr>
            <p:ph type="body" idx="3"/>
          </p:nvPr>
        </p:nvSpPr>
        <p:spPr>
          <a:xfrm>
            <a:off x="2757261" y="3972501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две модели, три повтора, разброс между прогонами считаем отдельно</a:t>
            </a:r>
            <a:endParaRPr/>
          </a:p>
        </p:txBody>
      </p:sp>
      <p:sp>
        <p:nvSpPr>
          <p:cNvPr id="1081" name="Google Shape;1081;p38"/>
          <p:cNvSpPr txBox="1">
            <a:spLocks noGrp="1"/>
          </p:cNvSpPr>
          <p:nvPr>
            <p:ph type="body" idx="5"/>
          </p:nvPr>
        </p:nvSpPr>
        <p:spPr>
          <a:xfrm>
            <a:off x="5006772" y="3972517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сравнение нескольких контрагентов в интерфейсе, правки по отзывам</a:t>
            </a:r>
            <a:endParaRPr/>
          </a:p>
        </p:txBody>
      </p:sp>
      <p:sp>
        <p:nvSpPr>
          <p:cNvPr id="1082" name="Google Shape;1082;p38"/>
          <p:cNvSpPr txBox="1">
            <a:spLocks noGrp="1"/>
          </p:cNvSpPr>
          <p:nvPr>
            <p:ph type="body" idx="7"/>
          </p:nvPr>
        </p:nvSpPr>
        <p:spPr>
          <a:xfrm>
            <a:off x="7256283" y="3972525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финальные презентация, описание и код в Talent Track</a:t>
            </a:r>
            <a:endParaRPr/>
          </a:p>
        </p:txBody>
      </p:sp>
      <p:sp>
        <p:nvSpPr>
          <p:cNvPr id="1083" name="Google Shape;1083;p38"/>
          <p:cNvSpPr txBox="1">
            <a:spLocks noGrp="1"/>
          </p:cNvSpPr>
          <p:nvPr>
            <p:ph type="body" idx="9"/>
          </p:nvPr>
        </p:nvSpPr>
        <p:spPr>
          <a:xfrm>
            <a:off x="9505794" y="3972491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питч на семь минут и живое демо</a:t>
            </a:r>
            <a:endParaRPr/>
          </a:p>
        </p:txBody>
      </p:sp>
      <p:cxnSp>
        <p:nvCxnSpPr>
          <p:cNvPr id="1084" name="Google Shape;1084;p38"/>
          <p:cNvCxnSpPr/>
          <p:nvPr/>
        </p:nvCxnSpPr>
        <p:spPr>
          <a:xfrm>
            <a:off x="278550" y="3057463"/>
            <a:ext cx="11634900" cy="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5" name="Google Shape;1085;p38"/>
          <p:cNvSpPr txBox="1">
            <a:spLocks noGrp="1"/>
          </p:cNvSpPr>
          <p:nvPr>
            <p:ph type="subTitle" idx="2"/>
          </p:nvPr>
        </p:nvSpPr>
        <p:spPr>
          <a:xfrm>
            <a:off x="507750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4.09</a:t>
            </a:r>
            <a:endParaRPr/>
          </a:p>
        </p:txBody>
      </p:sp>
      <p:sp>
        <p:nvSpPr>
          <p:cNvPr id="1086" name="Google Shape;1086;p38"/>
          <p:cNvSpPr txBox="1">
            <a:spLocks noGrp="1"/>
          </p:cNvSpPr>
          <p:nvPr>
            <p:ph type="subTitle" idx="4"/>
          </p:nvPr>
        </p:nvSpPr>
        <p:spPr>
          <a:xfrm>
            <a:off x="2773538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5.09</a:t>
            </a:r>
            <a:endParaRPr/>
          </a:p>
        </p:txBody>
      </p:sp>
      <p:sp>
        <p:nvSpPr>
          <p:cNvPr id="1087" name="Google Shape;1087;p38"/>
          <p:cNvSpPr txBox="1">
            <a:spLocks noGrp="1"/>
          </p:cNvSpPr>
          <p:nvPr>
            <p:ph type="subTitle" idx="6"/>
          </p:nvPr>
        </p:nvSpPr>
        <p:spPr>
          <a:xfrm>
            <a:off x="5039326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6.09</a:t>
            </a:r>
            <a:endParaRPr/>
          </a:p>
        </p:txBody>
      </p:sp>
      <p:sp>
        <p:nvSpPr>
          <p:cNvPr id="1088" name="Google Shape;1088;p38"/>
          <p:cNvSpPr txBox="1">
            <a:spLocks noGrp="1"/>
          </p:cNvSpPr>
          <p:nvPr>
            <p:ph type="subTitle" idx="8"/>
          </p:nvPr>
        </p:nvSpPr>
        <p:spPr>
          <a:xfrm>
            <a:off x="7305113" y="2012575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7.09</a:t>
            </a:r>
            <a:endParaRPr/>
          </a:p>
        </p:txBody>
      </p:sp>
      <p:sp>
        <p:nvSpPr>
          <p:cNvPr id="1089" name="Google Shape;1089;p38"/>
          <p:cNvSpPr txBox="1">
            <a:spLocks noGrp="1"/>
          </p:cNvSpPr>
          <p:nvPr>
            <p:ph type="subTitle" idx="13"/>
          </p:nvPr>
        </p:nvSpPr>
        <p:spPr>
          <a:xfrm>
            <a:off x="9570901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7.09</a:t>
            </a:r>
            <a:endParaRPr/>
          </a:p>
        </p:txBody>
      </p:sp>
      <p:sp>
        <p:nvSpPr>
          <p:cNvPr id="1090" name="Google Shape;1090;p38"/>
          <p:cNvSpPr txBox="1">
            <a:spLocks noGrp="1"/>
          </p:cNvSpPr>
          <p:nvPr>
            <p:ph type="subTitle" idx="14"/>
          </p:nvPr>
        </p:nvSpPr>
        <p:spPr>
          <a:xfrm>
            <a:off x="507750" y="3518013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Чекпоинт, 15:00</a:t>
            </a:r>
            <a:endParaRPr/>
          </a:p>
        </p:txBody>
      </p:sp>
      <p:sp>
        <p:nvSpPr>
          <p:cNvPr id="1091" name="Google Shape;1091;p38"/>
          <p:cNvSpPr txBox="1">
            <a:spLocks noGrp="1"/>
          </p:cNvSpPr>
          <p:nvPr>
            <p:ph type="subTitle" idx="15"/>
          </p:nvPr>
        </p:nvSpPr>
        <p:spPr>
          <a:xfrm>
            <a:off x="2757261" y="3518000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/>
              <a:t>Прогоны эталона</a:t>
            </a:r>
            <a:endParaRPr/>
          </a:p>
        </p:txBody>
      </p:sp>
      <p:sp>
        <p:nvSpPr>
          <p:cNvPr id="1092" name="Google Shape;1092;p38"/>
          <p:cNvSpPr txBox="1">
            <a:spLocks noGrp="1"/>
          </p:cNvSpPr>
          <p:nvPr>
            <p:ph type="subTitle" idx="16"/>
          </p:nvPr>
        </p:nvSpPr>
        <p:spPr>
          <a:xfrm>
            <a:off x="5006771" y="3518013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400"/>
              <a:t>Peer review</a:t>
            </a:r>
            <a:endParaRPr/>
          </a:p>
        </p:txBody>
      </p:sp>
      <p:sp>
        <p:nvSpPr>
          <p:cNvPr id="1093" name="Google Shape;1093;p38"/>
          <p:cNvSpPr txBox="1">
            <a:spLocks noGrp="1"/>
          </p:cNvSpPr>
          <p:nvPr>
            <p:ph type="subTitle" idx="17"/>
          </p:nvPr>
        </p:nvSpPr>
        <p:spPr>
          <a:xfrm>
            <a:off x="7256282" y="3518000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/>
              <a:t>Артефакты, 10:00</a:t>
            </a:r>
            <a:endParaRPr/>
          </a:p>
        </p:txBody>
      </p:sp>
      <p:sp>
        <p:nvSpPr>
          <p:cNvPr id="1094" name="Google Shape;1094;p38"/>
          <p:cNvSpPr txBox="1">
            <a:spLocks noGrp="1"/>
          </p:cNvSpPr>
          <p:nvPr>
            <p:ph type="subTitle" idx="18"/>
          </p:nvPr>
        </p:nvSpPr>
        <p:spPr>
          <a:xfrm>
            <a:off x="9505793" y="3517988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/>
              <a:t>Demo Day, 12:00</a:t>
            </a:r>
            <a:endParaRPr/>
          </a:p>
        </p:txBody>
      </p:sp>
      <p:cxnSp>
        <p:nvCxnSpPr>
          <p:cNvPr id="1095" name="Google Shape;1095;p38"/>
          <p:cNvCxnSpPr/>
          <p:nvPr/>
        </p:nvCxnSpPr>
        <p:spPr>
          <a:xfrm rot="10800000">
            <a:off x="1629600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6" name="Google Shape;1096;p38"/>
          <p:cNvCxnSpPr/>
          <p:nvPr/>
        </p:nvCxnSpPr>
        <p:spPr>
          <a:xfrm rot="10800000">
            <a:off x="3879113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7" name="Google Shape;1097;p38"/>
          <p:cNvCxnSpPr/>
          <p:nvPr/>
        </p:nvCxnSpPr>
        <p:spPr>
          <a:xfrm rot="10800000">
            <a:off x="6128625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8" name="Google Shape;1098;p38"/>
          <p:cNvCxnSpPr/>
          <p:nvPr/>
        </p:nvCxnSpPr>
        <p:spPr>
          <a:xfrm rot="10800000">
            <a:off x="8378138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9" name="Google Shape;1099;p38"/>
          <p:cNvCxnSpPr/>
          <p:nvPr/>
        </p:nvCxnSpPr>
        <p:spPr>
          <a:xfrm rot="10800000">
            <a:off x="10627650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36"/>
          <p:cNvSpPr/>
          <p:nvPr/>
        </p:nvSpPr>
        <p:spPr>
          <a:xfrm>
            <a:off x="4354800" y="1687475"/>
            <a:ext cx="3482400" cy="4423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36"/>
          <p:cNvSpPr/>
          <p:nvPr/>
        </p:nvSpPr>
        <p:spPr>
          <a:xfrm>
            <a:off x="7942650" y="1687475"/>
            <a:ext cx="3482400" cy="4423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36"/>
          <p:cNvSpPr/>
          <p:nvPr/>
        </p:nvSpPr>
        <p:spPr>
          <a:xfrm>
            <a:off x="766950" y="1687475"/>
            <a:ext cx="3482400" cy="4423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36"/>
          <p:cNvSpPr txBox="1">
            <a:spLocks noGrp="1"/>
          </p:cNvSpPr>
          <p:nvPr>
            <p:ph type="title"/>
          </p:nvPr>
        </p:nvSpPr>
        <p:spPr>
          <a:xfrm>
            <a:off x="766950" y="679800"/>
            <a:ext cx="10658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Команда.</a:t>
            </a:r>
            <a:endParaRPr/>
          </a:p>
        </p:txBody>
      </p:sp>
      <p:sp>
        <p:nvSpPr>
          <p:cNvPr id="1051" name="Google Shape;1051;p36"/>
          <p:cNvSpPr txBox="1">
            <a:spLocks noGrp="1"/>
          </p:cNvSpPr>
          <p:nvPr>
            <p:ph type="body" idx="1"/>
          </p:nvPr>
        </p:nvSpPr>
        <p:spPr>
          <a:xfrm>
            <a:off x="934500" y="3451362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Hustler. Продукт: пользователь и проблема, гипотеза, границы MVP, метрики, продуктовые материалы.</a:t>
            </a:r>
            <a:endParaRPr sz="2000"/>
          </a:p>
        </p:txBody>
      </p:sp>
      <p:sp>
        <p:nvSpPr>
          <p:cNvPr id="1052" name="Google Shape;1052;p36"/>
          <p:cNvSpPr txBox="1">
            <a:spLocks noGrp="1"/>
          </p:cNvSpPr>
          <p:nvPr>
            <p:ph type="subTitle" idx="2"/>
          </p:nvPr>
        </p:nvSpPr>
        <p:spPr>
          <a:xfrm>
            <a:off x="934500" y="1924277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Georgia"/>
              </a:rPr>
              <a:t>Владимир Тимошенко</a:t>
            </a:r>
            <a:endParaRPr/>
          </a:p>
        </p:txBody>
      </p:sp>
      <p:sp>
        <p:nvSpPr>
          <p:cNvPr id="1053" name="Google Shape;1053;p36"/>
          <p:cNvSpPr txBox="1">
            <a:spLocks noGrp="1"/>
          </p:cNvSpPr>
          <p:nvPr>
            <p:ph type="body" idx="3"/>
          </p:nvPr>
        </p:nvSpPr>
        <p:spPr>
          <a:xfrm>
            <a:off x="4522350" y="3451375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Hipster. Пользовательский опыт и интерфейс, разбор данных, критерии оценки агента, аналоги.</a:t>
            </a:r>
            <a:endParaRPr sz="2000"/>
          </a:p>
        </p:txBody>
      </p:sp>
      <p:sp>
        <p:nvSpPr>
          <p:cNvPr id="1054" name="Google Shape;1054;p36"/>
          <p:cNvSpPr txBox="1">
            <a:spLocks noGrp="1"/>
          </p:cNvSpPr>
          <p:nvPr>
            <p:ph type="subTitle" idx="4"/>
          </p:nvPr>
        </p:nvSpPr>
        <p:spPr>
          <a:xfrm>
            <a:off x="4522350" y="1924289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Georgia"/>
              </a:rPr>
              <a:t>Владимир Линьков</a:t>
            </a:r>
            <a:endParaRPr/>
          </a:p>
        </p:txBody>
      </p:sp>
      <p:sp>
        <p:nvSpPr>
          <p:cNvPr id="1055" name="Google Shape;1055;p36"/>
          <p:cNvSpPr txBox="1">
            <a:spLocks noGrp="1"/>
          </p:cNvSpPr>
          <p:nvPr>
            <p:ph type="body" idx="5"/>
          </p:nvPr>
        </p:nvSpPr>
        <p:spPr>
          <a:xfrm>
            <a:off x="8110200" y="3451362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Hacker. Код: данные, риск-сигналы, MCP-сервер, агент на LangGraph, API, тесты.</a:t>
            </a:r>
            <a:endParaRPr sz="2000"/>
          </a:p>
        </p:txBody>
      </p:sp>
      <p:sp>
        <p:nvSpPr>
          <p:cNvPr id="1056" name="Google Shape;1056;p36"/>
          <p:cNvSpPr txBox="1">
            <a:spLocks noGrp="1"/>
          </p:cNvSpPr>
          <p:nvPr>
            <p:ph type="subTitle" idx="6"/>
          </p:nvPr>
        </p:nvSpPr>
        <p:spPr>
          <a:xfrm>
            <a:off x="8110200" y="1924277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Georgia"/>
              </a:rPr>
              <a:t>Алан Толпаров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41"/>
          <p:cNvSpPr txBox="1">
            <a:spLocks noGrp="1"/>
          </p:cNvSpPr>
          <p:nvPr>
            <p:ph type="title"/>
          </p:nvPr>
        </p:nvSpPr>
        <p:spPr>
          <a:xfrm>
            <a:off x="4985747" y="1733250"/>
            <a:ext cx="6200700" cy="1157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СПАСИБО!</a:t>
            </a:r>
            <a:endParaRPr/>
          </a:p>
        </p:txBody>
      </p:sp>
      <p:sp>
        <p:nvSpPr>
          <p:cNvPr id="1153" name="TextBox 1152"/>
          <p:cNvSpPr txBox="1"/>
          <p:nvPr/>
        </p:nvSpPr>
        <p:spPr>
          <a:xfrm>
            <a:off x="4983480" y="61264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Georgia"/>
              </a:rPr>
              <a:t>Шаблон: SlidesMania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sMania Template">
  <a:themeElements>
    <a:clrScheme name="Simple Light">
      <a:dk1>
        <a:srgbClr val="1F5CB6"/>
      </a:dk1>
      <a:lt1>
        <a:srgbClr val="FFFFFF"/>
      </a:lt1>
      <a:dk2>
        <a:srgbClr val="000000"/>
      </a:dk2>
      <a:lt2>
        <a:srgbClr val="EEEEEE"/>
      </a:lt2>
      <a:accent1>
        <a:srgbClr val="205AB9"/>
      </a:accent1>
      <a:accent2>
        <a:srgbClr val="F25757"/>
      </a:accent2>
      <a:accent3>
        <a:srgbClr val="205AB9"/>
      </a:accent3>
      <a:accent4>
        <a:srgbClr val="F25757"/>
      </a:accent4>
      <a:accent5>
        <a:srgbClr val="211B51"/>
      </a:accent5>
      <a:accent6>
        <a:srgbClr val="BCBCBC"/>
      </a:accent6>
      <a:hlink>
        <a:srgbClr val="14386F"/>
      </a:hlink>
      <a:folHlink>
        <a:srgbClr val="0097A7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915</Words>
  <Application>Microsoft Macintosh PowerPoint</Application>
  <PresentationFormat>Широкоэкранный</PresentationFormat>
  <Paragraphs>81</Paragraphs>
  <Slides>12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Calibri</vt:lpstr>
      <vt:lpstr>Didact Gothic</vt:lpstr>
      <vt:lpstr>Homemade Apple</vt:lpstr>
      <vt:lpstr>Lexend Deca</vt:lpstr>
      <vt:lpstr>Montserrat</vt:lpstr>
      <vt:lpstr>Poppins</vt:lpstr>
      <vt:lpstr>SlidesMania Template</vt:lpstr>
      <vt:lpstr>Агент для проверки контрагента.</vt:lpstr>
      <vt:lpstr>Пользователь и проблема.</vt:lpstr>
      <vt:lpstr>6 из 200</vt:lpstr>
      <vt:lpstr>Что делает агент.</vt:lpstr>
      <vt:lpstr>Пример: ООО «МАКСМАРКЕТ».</vt:lpstr>
      <vt:lpstr>Как устроено: пять слоёв.</vt:lpstr>
      <vt:lpstr>Что работает на 3 сентября.</vt:lpstr>
      <vt:lpstr>Эталон качества: 50 вопросов, 12 карточек.</vt:lpstr>
      <vt:lpstr>Аналоги и наше отличие.</vt:lpstr>
      <vt:lpstr>План до Demo Day.</vt:lpstr>
      <vt:lpstr>Команда.</vt:lpstr>
      <vt:lpstr>СПАСИБО!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Вова Линьков</cp:lastModifiedBy>
  <cp:revision>3</cp:revision>
  <dcterms:modified xsi:type="dcterms:W3CDTF">2026-09-03T20:56:01Z</dcterms:modified>
</cp:coreProperties>
</file>