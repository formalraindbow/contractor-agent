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40080" y="1097280"/>
            <a:ext cx="1463040" cy="1463040"/>
          </a:xfrm>
          <a:prstGeom prst="ellipse">
            <a:avLst/>
          </a:prstGeom>
          <a:solidFill>
            <a:srgbClr val="2E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651760" y="3291840"/>
            <a:ext cx="1371600" cy="1371600"/>
          </a:xfrm>
          <a:prstGeom prst="rect">
            <a:avLst/>
          </a:prstGeom>
          <a:solidFill>
            <a:srgbClr val="2E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4572000"/>
            <a:ext cx="914400" cy="914400"/>
          </a:xfrm>
          <a:prstGeom prst="ellipse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365760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9C6E8"/>
                </a:solidFill>
                <a:latin typeface="Calibri"/>
              </a:rPr>
              <a:t>АЛЬФА-БАНК · КЕЙС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097280"/>
            <a:ext cx="640080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AI PRODUCT HACK 2026 · ПРОМЕЖУТОЧНАЯ ВЕРСИЯ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583680" cy="23774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1">
                <a:solidFill>
                  <a:srgbClr val="1B1F3B"/>
                </a:solidFill>
                <a:latin typeface="Calibri"/>
              </a:rPr>
              <a:t>Агент для проверки контрагента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5A6470"/>
                </a:solidFill>
                <a:latin typeface="Calibri"/>
              </a:rPr>
              <a:t>Читает отчёт банка о компании и говорит предпринимателю, на каких условиях с ней работать и какие факты за этим стоят.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4343400"/>
            <a:ext cx="1463040" cy="54864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212080" y="4526280"/>
            <a:ext cx="6400800" cy="1828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Команда 10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Владимир Тимошенко · продукт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Владимир Линьков · пользовательский опыт и критерии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Алан Толпаров · код и проверка качества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66160" cy="2331720"/>
          </a:xfrm>
          <a:prstGeom prst="roundRect">
            <a:avLst>
              <a:gd name="adj" fmla="val 4705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3108960" cy="2057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Отчёт большой, суть искать самому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Отчёт банка о контрагенте: девять разделов, десятки страниц. Финансы, суды, долги у приставов, реестры. Предприниматель читает всё сам или смотрит только на оценку риска сверху.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463040"/>
            <a:ext cx="3566160" cy="2331720"/>
          </a:xfrm>
          <a:prstGeom prst="roundRect">
            <a:avLst>
              <a:gd name="adj" fmla="val 4705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44568" y="1645920"/>
            <a:ext cx="3108960" cy="2057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Главное может быть спрятано внизу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 6 компаний из 200 в тестовой выгрузке оценка сверху зелёная, а внизу отчёта написано: банкрот или исключается из реестра. Готовые подсказки в отчёте об этом молчат.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463040"/>
            <a:ext cx="3566160" cy="2331720"/>
          </a:xfrm>
          <a:prstGeom prst="roundRect">
            <a:avLst>
              <a:gd name="adj" fmla="val 4705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11896" y="1645920"/>
            <a:ext cx="3108960" cy="2057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Контрагентов часто несколько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Выбирая поставщика, предприниматель получает несколько отчётов. Сравнивать их вручную ещё дольше, а ответ нужен простой: с кем работать, с кем на условиях, с кем не стоит.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11100816" cy="1920240"/>
          </a:xfrm>
          <a:prstGeom prst="roundRect">
            <a:avLst>
              <a:gd name="adj" fmla="val 5714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59" y="4279392"/>
            <a:ext cx="10552176" cy="1645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Что делает агент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8F0"/>
                </a:solidFill>
                <a:latin typeface="Calibri"/>
              </a:rPr>
              <a:t>Читает отчёт за пользователя, находит главное и говорит, на каких условиях работать с компанией и какие факты за этим стоят. Если контрагентов несколько, сравнивает их и говорит, кого выбрать. Каждое утверждение со ссылкой на место в отчёте, поэтому вывод можно проверить.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Что должен делать 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100816" cy="1234440"/>
          </a:xfrm>
          <a:prstGeom prst="roundRect">
            <a:avLst>
              <a:gd name="adj" fmla="val 8888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536192"/>
            <a:ext cx="10607040" cy="10972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C6E8"/>
                </a:solidFill>
                <a:latin typeface="Calibri"/>
              </a:rPr>
              <a:t>ЦЕЛЬ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Из отчёта банка о компании сделать короткий вывод с фактами, отвечать на вопросы о ней и сравнивать несколько компаний, не выдумывая ничего сверх отчёта.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ЧТО ВХОДИТ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331927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83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Короткий вывод по компании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Оценки банка как есть, дата отчёта, два-три решающих факта со ссылкой на место в отчёте и рекомендация: можно работать, стоит проверить, работать на условиях</a:t>
            </a:r>
          </a:p>
        </p:txBody>
      </p:sp>
      <p:sp>
        <p:nvSpPr>
          <p:cNvPr id="13" name="Oval 12"/>
          <p:cNvSpPr/>
          <p:nvPr/>
        </p:nvSpPr>
        <p:spPr>
          <a:xfrm>
            <a:off x="6263640" y="324612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63640" y="331927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22783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Ответы на вопросы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Сколько судов, есть ли долги, что с отчётностью. Только по отчёту, с указанием поля. Агент помнит, о какой компании идёт разговор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57200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464515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55371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Честный отказ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Если сведений в отчёте нет, агент так и говорит. «Нет данных» не значит «нет нарушений»</a:t>
            </a:r>
          </a:p>
        </p:txBody>
      </p:sp>
      <p:sp>
        <p:nvSpPr>
          <p:cNvPr id="19" name="Oval 18"/>
          <p:cNvSpPr/>
          <p:nvPr/>
        </p:nvSpPr>
        <p:spPr>
          <a:xfrm>
            <a:off x="6263640" y="457200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63640" y="464515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55371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Сравнение нескольких компаний · в работе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Пользователь загружает несколько отчётов и получает вывод, кого выбрать и с кем не стоит. Без рейтингов и баллов, как просил кейсодатель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06440"/>
            <a:ext cx="11100816" cy="566928"/>
          </a:xfrm>
          <a:prstGeom prst="roundRect">
            <a:avLst>
              <a:gd name="adj" fmla="val 19354"/>
            </a:avLst>
          </a:prstGeom>
          <a:solidFill>
            <a:srgbClr val="FB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5870448"/>
            <a:ext cx="106070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B1F3B"/>
                </a:solidFill>
                <a:latin typeface="Calibri"/>
              </a:rPr>
              <a:t>Чего не делает: не пересчитывает и не объясняет оценку банка, не ставит свой балл, не ищет в интернете и не решает за пользователя.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Пример: МАКСМАРКЕТ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A6470"/>
                </a:solidFill>
                <a:latin typeface="Calibri"/>
              </a:rPr>
              <a:t>ЧТО ВИДНО В НАЧАЛЕ ОТЧЁТА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4846320" cy="2560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8A3B"/>
                </a:solidFill>
                <a:latin typeface="Calibri"/>
              </a:rPr>
              <a:t>Оценка банка: низкий риск, зелёный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F8A3B"/>
                </a:solidFill>
                <a:latin typeface="Calibri"/>
              </a:rPr>
              <a:t>Оценка Банка России (ЗСК): зелёный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B1F3B"/>
                </a:solidFill>
                <a:latin typeface="Calibri"/>
              </a:rPr>
              <a:t>Статус: действующая компания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Так выглядит первая страница отчёта. Большинство пользователей дальше не читает.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37960" y="155448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C6E8"/>
                </a:solidFill>
                <a:latin typeface="Calibri"/>
              </a:rPr>
              <a:t>ЧТО НАПИСАНО В ТОМ ЖЕ ОТЧЁТЕ ДАЛЬШЕ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74519"/>
            <a:ext cx="4846320" cy="2560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Признана банкротом, открыто конкурсное производство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Руководит конкурсный управляющий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507 исполнительных производств, 54 действующих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278 арбитражных дел, из них 258 против компании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Счета заблокированы налоговой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6320"/>
            <a:ext cx="11100816" cy="1234440"/>
          </a:xfrm>
          <a:prstGeom prst="roundRect">
            <a:avLst>
              <a:gd name="adj" fmla="val 8888"/>
            </a:avLst>
          </a:prstGeom>
          <a:solidFill>
            <a:srgbClr val="FB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59" y="5010912"/>
            <a:ext cx="10552176" cy="9601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Таких компаний 6 из 200 отчётов в тестовой выгрузке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Агент выводит эти факты первыми и даёт вывод: работать только на условиях предоплаты и с подтверждающими документами. Оценку банка при этом не оспаривает, а приводит как есть.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Как устроено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B1F3B"/>
                </a:solidFill>
                <a:latin typeface="Calibri"/>
              </a:rPr>
              <a:t>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200 отчётов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тестовая выгрузка банка в двух форматах; приводим к одной структуре и проверяем каждое поле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70048" y="2971800"/>
            <a:ext cx="256032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8104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Правила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C6E8"/>
                </a:solidFill>
                <a:latin typeface="Calibri"/>
              </a:rPr>
              <a:t>без нейросети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E8E8F0"/>
                </a:solidFill>
                <a:latin typeface="Calibri"/>
              </a:rPr>
              <a:t>около 30 правил находят риски: банкротство, долги, суды, убытки. Вывод «можно / проверить / на условиях» считает код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56631" y="2971800"/>
            <a:ext cx="256033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21808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04688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B1F3B"/>
                </a:solidFill>
                <a:latin typeface="Calibri"/>
              </a:rPr>
              <a:t>Инструменты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8 функций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4688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агент читает отчёт только через них; каждый ответ содержит адрес поля в отчёте и дату отчёта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43216" y="2971800"/>
            <a:ext cx="256032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08392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891271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Агент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1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C6E8"/>
                </a:solidFill>
                <a:latin typeface="Calibri"/>
              </a:rPr>
              <a:t>нейросеть + проверка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1271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E8E8F0"/>
                </a:solidFill>
                <a:latin typeface="Calibri"/>
              </a:rPr>
              <a:t>языковая модель решает, что запросить, и пишет ответ; отдельный шаг сверяет каждую ссылку с отчётом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29800" y="2971800"/>
            <a:ext cx="256032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94976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277855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B1F3B"/>
                </a:solidFill>
                <a:latin typeface="Calibri"/>
              </a:rPr>
              <a:t>Интерфейс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77855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чат и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7855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ответ приходит по мере готовности; агент помнит контекст разговора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00600"/>
            <a:ext cx="11100816" cy="1280160"/>
          </a:xfrm>
          <a:prstGeom prst="roundRect">
            <a:avLst>
              <a:gd name="adj" fmla="val 8571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59" y="4965192"/>
            <a:ext cx="10552176" cy="100583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Ключевое решение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8F0"/>
                </a:solidFill>
                <a:latin typeface="Calibri"/>
              </a:rPr>
              <a:t>Всё, что можно посчитать, считает код: риски, вывод, список фактов. Нейросеть только формулирует текст. Если она сослалась на поле, которого в отчёте нет, проверка это ловит, и ответ переписывается.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Что уже сделано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6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56362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48132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Сквозной сценарий работает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по ИНН или названию агент читает отчёт, находит риски и даёт вывод; каждая ссылка на отчёт проверена кодом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55448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360" y="156362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48132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Все 200 отчётов из выгрузки читаются без ошибок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каждое поле отчёта имеет адрес, и адрес в ответе агента ведёт на реальное место в отчёте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260603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53288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Вывод по всем 200 компаниям считается автоматически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91 «можно работать», 77 «стоит проверить», 32 «только на условиях»; пороги согласованы с кейсодателем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60603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360" y="261518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53288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Скрытые банкротства находятся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все 6 компаний с зелёной оценкой и банкротством или исключением из реестра получили вывод «работать только на условиях»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365759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36667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5844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Данные агента доступны другим системам банка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банк планирует отдавать отчёты ИИ-агентам через стандарт MCP; наш сервер уже работает по нему, например, из Claude Desktop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65759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09360" y="36667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5844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Ответ приходит по мере готовности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есть страница чата и API; всё собирается в Docker одной командой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470915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" y="4718303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636007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198 автоматических тестов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проверяют данные, правила и инструменты без обращения к нейросети, поэтому идут секунды и запускаются на каждое изменение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470915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09360" y="4718303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636007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Нейросеть заменяется одной настройкой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проверили на трёх разных моделях; это нужно, чтобы агент работал на дешёвой модели, которую выберет банк</a:t>
            </a:r>
          </a:p>
        </p:txBody>
      </p:sp>
      <p:sp>
        <p:nvSpPr>
          <p:cNvPr id="31" name="Oval 30"/>
          <p:cNvSpPr/>
          <p:nvPr/>
        </p:nvSpPr>
        <p:spPr>
          <a:xfrm>
            <a:off x="640080" y="5760720"/>
            <a:ext cx="310896" cy="310896"/>
          </a:xfrm>
          <a:prstGeom prst="ellipse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" y="5760720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687568"/>
            <a:ext cx="1051560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Сравнение нескольких контрагентов · в работе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инструмент сравнения готов, сценарий «загрузил несколько отчётов и получил, кого выбрать» дописываем в интерфейсе и промпте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Как это выглядит в диалоге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4663440"/>
          </a:xfrm>
          <a:prstGeom prst="roundRect">
            <a:avLst>
              <a:gd name="adj" fmla="val 2352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4937760" cy="566928"/>
          </a:xfrm>
          <a:prstGeom prst="roundRect">
            <a:avLst>
              <a:gd name="adj" fmla="val 19354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664208"/>
            <a:ext cx="46634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Проверь ООО «МАКСМАРКЕТ», можно ли с ней работать?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4846320" cy="3657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Светофор банка: зелёный · ЗСК: зелёный · отчёт от 31.07.2026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EF3124"/>
                </a:solidFill>
                <a:latin typeface="Calibri"/>
              </a:rPr>
              <a:t>Работать только на условиях: предоплата и подтверждающие документы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Признана банкротом, открыто конкурсное производство  [status.reasonName]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Руководит конкурсный управляющий с 09.02.2026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54 действующих производства у приставов на 4 млн ₽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Счета заблокированы по решению налоговой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Чего в отчёте нет: численности, прибыли, текущей ликвидности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Что запросить: актуальную отчётность, документы о снятии блокировок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394960" cy="4663440"/>
          </a:xfrm>
          <a:prstGeom prst="roundRect">
            <a:avLst>
              <a:gd name="adj" fmla="val 2352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92240" y="1600200"/>
            <a:ext cx="4937760" cy="566928"/>
          </a:xfrm>
          <a:prstGeom prst="roundRect">
            <a:avLst>
              <a:gd name="adj" fmla="val 19354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664208"/>
            <a:ext cx="46634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А сколько у них судов и кто с кем?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331720"/>
            <a:ext cx="4846320" cy="3657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Всего 278 дел.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На компанию подавали 258 раз на 2,61 млрд ₽, это в 7 раз больше её капитала. Сама подавала 20 раз на 388 млн ₽.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В 2025 году одно дело, компания ответчик, 21,7 млн ₽.</a:t>
            </a:r>
          </a:p>
          <a:p>
            <a:pPr algn="l">
              <a:spcAft>
                <a:spcPts val="10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Перечня дел в отчёте нет, поэтому с кем и за что, сказать нельзя.</a:t>
            </a:r>
          </a:p>
          <a:p>
            <a:pPr algn="l">
              <a:spcAft>
                <a:spcPts val="1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Дата отчёта: 31.07.2026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470"/>
                </a:solidFill>
                <a:latin typeface="Calibri"/>
              </a:rPr>
              <a:t>Оба ответа взяты из прогона эталона без правок. Каждое число сверено кодом с полем отчёта, адреса полей в скобках.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Открытый вопрос: где живёт 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3246120"/>
          </a:xfrm>
          <a:prstGeom prst="roundRect">
            <a:avLst>
              <a:gd name="adj" fmla="val 338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4846320" cy="30175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A6470"/>
                </a:solidFill>
                <a:latin typeface="Calibri"/>
              </a:rPr>
              <a:t>ВАРИАНТ А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F3B"/>
                </a:solidFill>
                <a:latin typeface="Calibri"/>
              </a:rPr>
              <a:t>Чат рядом с отчётом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Пользователь вводит ИНН и спрашивает. Так работает наш прототип сейчас, и так проще показать.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Но по опыту кейсодателя отдельного помощника рядом с продуктом не замечают, а организаторы прямо предостерегают от чат-бота по умолчанию.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394960" cy="3246120"/>
          </a:xfrm>
          <a:prstGeom prst="roundRect">
            <a:avLst>
              <a:gd name="adj" fmla="val 3380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37960" y="1554480"/>
            <a:ext cx="4846320" cy="30175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C6E8"/>
                </a:solidFill>
                <a:latin typeface="Calibri"/>
              </a:rPr>
              <a:t>ВАРИАНТ Б · НАШЕ ПРЕДЛОЖЕНИЕ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Блок на первом экране отчёта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E8E8F0"/>
                </a:solidFill>
                <a:latin typeface="Calibri"/>
              </a:rPr>
              <a:t>Пользователь открыл отчёт или создаёт платёж новой компании. Под меткой банка сразу пять строк: условие, два-три факта, чего в отчёте нет, дата.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E8E8F0"/>
                </a:solidFill>
                <a:latin typeface="Calibri"/>
              </a:rPr>
              <a:t>Блок считается кодом без модели, поэтому появляется мгновенно и не выдумывает. Вопросы «почему» и «а суды?» ниже, в чате.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37760"/>
            <a:ext cx="11100816" cy="1143000"/>
          </a:xfrm>
          <a:prstGeom prst="roundRect">
            <a:avLst>
              <a:gd name="adj" fmla="val 9600"/>
            </a:avLst>
          </a:prstGeom>
          <a:solidFill>
            <a:srgbClr val="FB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59" y="5102352"/>
            <a:ext cx="10552176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Второй вопрос: сколько показывать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Сейчас агент выдаёт семь фактов и три пробела. По критериям нужно два-три решающих, остальное под «подробнее». Оба вопроса решаем с кейсодателем на ближайшей встрече.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Как тестируем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52704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Эталон вопросов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50 вопросов к 12 компаниям с известными правильными ответами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четыре вида вопросов: ответ есть в отчёте · ответа нет, и агент должен отказаться · нужен вывод из нескольких фактов · полная проверка компании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152704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Автоматические проверки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код сверяет ответ агента с отчётом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каждая ссылка ведёт на реальное поле, и число в ответе сходится с ним; дата отчёта названа; если данных нет, агент отказался, а не придумал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0896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321868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LLM-as-judge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вторая нейросеть оценивает ответ по рубрике от 0 до 5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она сильнее той, что внутри агента, и видит не только ответ, но и данные из отчёта, поэтому отличает факт от выдумки. Пропуск критичного факта или выдумка дают ноль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0896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92240" y="321868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Две модели под капотом агента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чтобы промпт был надёжным, а не подогнанным под одну модель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один и тот же эталон гоняем на дешёвой модели, которую выберет банк, и на сильной контрольной. Ошибка только на дешёвой: слабость модели. На обеих: ошибка в наших правилах или промпте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9204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ЦЕЛИ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B1F3B"/>
                </a:solidFill>
                <a:latin typeface="Calibri"/>
              </a:rPr>
              <a:t>≥ 80 %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0"/>
                </a:solidFill>
                <a:latin typeface="Calibri"/>
              </a:rPr>
              <a:t>подтверждённых ответов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46704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346704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B1F3B"/>
                </a:solidFill>
                <a:latin typeface="Calibri"/>
              </a:rPr>
              <a:t>≥ 90 %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6704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0"/>
                </a:solidFill>
                <a:latin typeface="Calibri"/>
              </a:rPr>
              <a:t>корректных отказов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44768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C9C6E8"/>
                </a:solidFill>
                <a:latin typeface="Calibri"/>
              </a:rPr>
              <a:t>выдуманных фактов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2832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942832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C9C6E8"/>
                </a:solidFill>
                <a:latin typeface="Calibri"/>
              </a:rPr>
              <a:t>пропущенных критичных фактов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Первые результаты: 50 вопросов, две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100816" cy="50292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490472"/>
            <a:ext cx="2834639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490472"/>
            <a:ext cx="14173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Подтверждаемых ответов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490472"/>
            <a:ext cx="123444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Корректных отказов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490472"/>
            <a:ext cx="9601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Выдумок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19" y="1490472"/>
            <a:ext cx="132588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Пропущено критичных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490472"/>
            <a:ext cx="91440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Судья, 0–5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59" y="1490472"/>
            <a:ext cx="113385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Время ответа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920240"/>
            <a:ext cx="11100816" cy="566928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2029968"/>
            <a:ext cx="2834639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1F3B"/>
                </a:solidFill>
                <a:latin typeface="Calibri"/>
              </a:rPr>
              <a:t>Контрольная: deepseek‑v4‑flash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029968"/>
            <a:ext cx="14173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74 %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029968"/>
            <a:ext cx="123444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029968"/>
            <a:ext cx="9601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8 %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19" y="2029968"/>
            <a:ext cx="132588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029968"/>
            <a:ext cx="91440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4,4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59" y="2029968"/>
            <a:ext cx="113385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155 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487168"/>
            <a:ext cx="11100816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0080" y="2596896"/>
            <a:ext cx="2834639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1F3B"/>
                </a:solidFill>
                <a:latin typeface="Calibri"/>
              </a:rPr>
              <a:t>Целевая: gpt‑oss‑20b, промпт v1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596896"/>
            <a:ext cx="14173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40 %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596896"/>
            <a:ext cx="123444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100 %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596896"/>
            <a:ext cx="9601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20 %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19" y="2596896"/>
            <a:ext cx="132588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2596896"/>
            <a:ext cx="91440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3,5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59" y="2596896"/>
            <a:ext cx="113385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34 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054096"/>
            <a:ext cx="11100816" cy="566928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" y="3163824"/>
            <a:ext cx="2834639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1F3B"/>
                </a:solidFill>
                <a:latin typeface="Calibri"/>
              </a:rPr>
              <a:t>Целевая: gpt‑oss‑20b, промпт v2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3163824"/>
            <a:ext cx="14173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53 %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3163824"/>
            <a:ext cx="123444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92 %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163824"/>
            <a:ext cx="9601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22 %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19" y="3163824"/>
            <a:ext cx="132588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0 %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3163824"/>
            <a:ext cx="91440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4,2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59" y="3163824"/>
            <a:ext cx="113385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37 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703320"/>
            <a:ext cx="11100816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Целевая модель проваливается на форме, а не на фактах: с промптом v1 в 18 ответах из 50 нет даты отчёта, в 22 не названы обязательные факты. Промпт v2 с проверками формы кодом: дата есть в 49 из 50, пропусков критичных фактов ноль, оценок 5 у судьи 40 из 50 вместо 22. Хуже стало с вопросами «можно ли давать отсрочку»: короткий ответ без рекомендации, это следующая правка.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4526280"/>
            <a:ext cx="11100816" cy="1554480"/>
          </a:xfrm>
          <a:prstGeom prst="roundRect">
            <a:avLst>
              <a:gd name="adj" fmla="val 7058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22959" y="4690872"/>
            <a:ext cx="10552176" cy="12801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Что с этим делаем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8F0"/>
                </a:solidFill>
                <a:latin typeface="Calibri"/>
              </a:rPr>
              <a:t>Всё, что модель забывает или путает, ловит код: пустой ответ, категоричную фразу, сводку вместо ответа на вопрос, ссылку на пустое или, наоборот, заполненное поле. Промпт v2 стал короче и жёстче: рекомендацию модель не выбирает, «не найдено» вместо «нет», отдельные правила про суды и приставов. Первые двадцать вопросов эталона нашли больше ошибок в самом тестировании, чем в агенте, все закрыты тестами.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Риски и что с ними делаем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100816" cy="45720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502920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81328"/>
            <a:ext cx="502920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11100816" cy="786384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196596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Банк выберет дешёвую нейросеть, а она слабее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6596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всё, что можно посчитать, считает код, нейросеть только формулирует текст; запасные модели включаются настройкой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97479"/>
            <a:ext cx="1110081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Не решено, где живёт агент и с чего начинается проверка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8892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два варианта готовы к показу; решение принимаем вместе с кейсодателем на ближайшей встрече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20439"/>
            <a:ext cx="11100816" cy="786384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611879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Работаем на выгрузке, а не на живых отчётах банка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611879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в живых отчётах набор разделов может отличаться; код различает «раздела нет» и «раздел пустой» и не путает отсутствие данных с отсутствием нарушений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343400"/>
            <a:ext cx="1110081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443484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Нейросеть-судья тоже ошибается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43484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рядом с ней автоматические проверки кодом, повторные прогоны и разбор каждого провала руками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166360"/>
            <a:ext cx="11100816" cy="786384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525780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Интерфейс банка не показывает жёлтую и красную оценку ЗСК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25780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агент не раскрывает то, что интерфейс скрывает намеренно; как говорить об этом, уточняем у кейсодателя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Что дальше до финала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12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581912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Сравнение нескольких контрагентов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пользователь загружает несколько отчётов и получает, кого выбрать и с кем не стоит; инструмент готов, дописываем сценарий и интерфейс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496312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2569464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478024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Показать кейсодателю два варианта первого экрана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и решить, где живёт агент, с чего начинается проверка и как говорить о ЗСК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392424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465576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374136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Закончить прогоны и показать цифры по двум моделям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затем повторные прогоны, чтобы отделить случайность от системных ошибок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288536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" y="4361688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270248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Поправить агента по итогам прогонов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два-три факта вместо семи, без категоричных фраз, ответ по существу на уточняющий вопрос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184648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166360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Интерфейс в выбранном варианте и приёмка по сценариям кейсодателя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затем финальные материалы: презентация, описание, демо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Команда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3566160" cy="868680"/>
          </a:xfrm>
          <a:prstGeom prst="rect">
            <a:avLst/>
          </a:prstGeom>
          <a:solidFill>
            <a:srgbClr val="4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527048"/>
            <a:ext cx="356616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Владимир Тимошенко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92808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C9C6E8"/>
                </a:solidFill>
                <a:latin typeface="Calibri"/>
              </a:rPr>
              <a:t>Продукт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3566160" cy="3794759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3200400" cy="35661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Пользователь и проблема, гипотеза, границы MVP, метрики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Сделано: продуктовый бриф, описание проекта, презентация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Участие полное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417320"/>
            <a:ext cx="3566160" cy="86868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315968" y="1527048"/>
            <a:ext cx="356616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Владимир Линьков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1892808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C9C6E8"/>
                </a:solidFill>
                <a:latin typeface="Calibri"/>
              </a:rPr>
              <a:t>Пользовательский опыт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2286000"/>
            <a:ext cx="3566160" cy="3794759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98848" y="2423160"/>
            <a:ext cx="3200400" cy="35661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Интерфейс, разбор данных, аналоги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Сделано: критерии оценки агента и рубрика судьи, разбор аналогов, макеты первого экрана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Участие полное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417320"/>
            <a:ext cx="3566160" cy="868680"/>
          </a:xfrm>
          <a:prstGeom prst="rect">
            <a:avLst/>
          </a:prstGeom>
          <a:solidFill>
            <a:srgbClr val="4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83296" y="1527048"/>
            <a:ext cx="356616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Алан Толпаров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1892808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C9C6E8"/>
                </a:solidFill>
                <a:latin typeface="Calibri"/>
              </a:rPr>
              <a:t>Код и качество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3296" y="2286000"/>
            <a:ext cx="3566160" cy="3794759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66175" y="2423160"/>
            <a:ext cx="3200400" cy="35661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Данные, правила, инструменты, агент, API, эталон и прогоны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Сделано: сквозной прототип, 198 тестов, эталон из 50 вопросов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Участие полное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