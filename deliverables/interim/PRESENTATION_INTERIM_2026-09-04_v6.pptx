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7" r:id="rId1"/>
  </p:sldMasterIdLst>
  <p:notesMasterIdLst>
    <p:notesMasterId r:id="rId14"/>
  </p:notesMasterIdLst>
  <p:sldIdLst>
    <p:sldId id="283" r:id="rId4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747775"/>
          </p15:clr>
        </p15:guide>
        <p15:guide id="2" pos="38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1"/>
  </p:normalViewPr>
  <p:slideViewPr>
    <p:cSldViewPr snapToGrid="0">
      <p:cViewPr varScale="1">
        <p:scale>
          <a:sx n="116" d="100"/>
          <a:sy n="116" d="100"/>
        </p:scale>
        <p:origin x="320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mania.com/questions-powerpoint-google-slides/can-i-use-these-templates/" TargetMode="External"/><Relationship Id="rId3" Type="http://schemas.openxmlformats.org/officeDocument/2006/relationships/hyperlink" Target="https://www.facebook.com/SlidesManiaSM/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s://twitter.com/SlidesManiaSM/" TargetMode="External"/><Relationship Id="rId6" Type="http://schemas.openxmlformats.org/officeDocument/2006/relationships/image" Target="../media/image2.png"/><Relationship Id="rId7" Type="http://schemas.openxmlformats.org/officeDocument/2006/relationships/hyperlink" Target="https://www.pinterest.com/slidesmania/" TargetMode="External"/><Relationship Id="rId8" Type="http://schemas.openxmlformats.org/officeDocument/2006/relationships/image" Target="../media/image3.png"/><Relationship Id="rId9" Type="http://schemas.openxmlformats.org/officeDocument/2006/relationships/hyperlink" Target="https://www.instagram.com/slidesmania/" TargetMode="External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2"/>
          <p:cNvGrpSpPr/>
          <p:nvPr/>
        </p:nvGrpSpPr>
        <p:grpSpPr>
          <a:xfrm>
            <a:off x="5816035" y="-27948"/>
            <a:ext cx="6375876" cy="6911067"/>
            <a:chOff x="3744151" y="3553"/>
            <a:chExt cx="4037153" cy="4376032"/>
          </a:xfrm>
        </p:grpSpPr>
        <p:sp>
          <p:nvSpPr>
            <p:cNvPr id="13" name="Google Shape;13;p2"/>
            <p:cNvSpPr/>
            <p:nvPr/>
          </p:nvSpPr>
          <p:spPr>
            <a:xfrm>
              <a:off x="3746964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744887" y="345147"/>
              <a:ext cx="4036417" cy="4993"/>
            </a:xfrm>
            <a:custGeom>
              <a:avLst/>
              <a:gdLst/>
              <a:ahLst/>
              <a:cxnLst/>
              <a:rect l="l" t="t" r="r" b="b"/>
              <a:pathLst>
                <a:path w="4036417" h="4993" extrusionOk="0">
                  <a:moveTo>
                    <a:pt x="4036418" y="4994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088007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3744616" y="1686181"/>
              <a:ext cx="4036446" cy="4991"/>
            </a:xfrm>
            <a:custGeom>
              <a:avLst/>
              <a:gdLst/>
              <a:ahLst/>
              <a:cxnLst/>
              <a:rect l="l" t="t" r="r" b="b"/>
              <a:pathLst>
                <a:path w="4036446" h="4991" extrusionOk="0">
                  <a:moveTo>
                    <a:pt x="4036446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29029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744349" y="3027212"/>
              <a:ext cx="4036429" cy="4995"/>
            </a:xfrm>
            <a:custGeom>
              <a:avLst/>
              <a:gdLst/>
              <a:ahLst/>
              <a:cxnLst/>
              <a:rect l="l" t="t" r="r" b="b"/>
              <a:pathLst>
                <a:path w="4036429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417475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744754" y="1015662"/>
              <a:ext cx="4036430" cy="4995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758498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744483" y="2356696"/>
              <a:ext cx="4036417" cy="4995"/>
            </a:xfrm>
            <a:custGeom>
              <a:avLst/>
              <a:gdLst/>
              <a:ahLst/>
              <a:cxnLst/>
              <a:rect l="l" t="t" r="r" b="b"/>
              <a:pathLst>
                <a:path w="4036417" h="4995" extrusionOk="0">
                  <a:moveTo>
                    <a:pt x="4036418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099561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744216" y="3697731"/>
              <a:ext cx="4036442" cy="4991"/>
            </a:xfrm>
            <a:custGeom>
              <a:avLst/>
              <a:gdLst/>
              <a:ahLst/>
              <a:cxnLst/>
              <a:rect l="l" t="t" r="r" b="b"/>
              <a:pathLst>
                <a:path w="4036442" h="4991" extrusionOk="0">
                  <a:moveTo>
                    <a:pt x="4036442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082210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744819" y="680404"/>
              <a:ext cx="4036445" cy="4995"/>
            </a:xfrm>
            <a:custGeom>
              <a:avLst/>
              <a:gdLst/>
              <a:ahLst/>
              <a:cxnLst/>
              <a:rect l="l" t="t" r="r" b="b"/>
              <a:pathLst>
                <a:path w="4036445" h="4995" extrusionOk="0">
                  <a:moveTo>
                    <a:pt x="403644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423272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744551" y="2021439"/>
              <a:ext cx="4036430" cy="4995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764295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744284" y="3362473"/>
              <a:ext cx="4036454" cy="4991"/>
            </a:xfrm>
            <a:custGeom>
              <a:avLst/>
              <a:gdLst/>
              <a:ahLst/>
              <a:cxnLst/>
              <a:rect l="l" t="t" r="r" b="b"/>
              <a:pathLst>
                <a:path w="4036454" h="4991" extrusionOk="0">
                  <a:moveTo>
                    <a:pt x="4036455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4752741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744685" y="1350924"/>
              <a:ext cx="4036417" cy="4991"/>
            </a:xfrm>
            <a:custGeom>
              <a:avLst/>
              <a:gdLst/>
              <a:ahLst/>
              <a:cxnLst/>
              <a:rect l="l" t="t" r="r" b="b"/>
              <a:pathLst>
                <a:path w="4036417" h="4991" extrusionOk="0">
                  <a:moveTo>
                    <a:pt x="4036418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093763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744418" y="2691954"/>
              <a:ext cx="4036441" cy="4995"/>
            </a:xfrm>
            <a:custGeom>
              <a:avLst/>
              <a:gdLst/>
              <a:ahLst/>
              <a:cxnLst/>
              <a:rect l="l" t="t" r="r" b="b"/>
              <a:pathLst>
                <a:path w="4036441" h="4995" extrusionOk="0">
                  <a:moveTo>
                    <a:pt x="4036442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434826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744151" y="4032989"/>
              <a:ext cx="4036426" cy="4995"/>
            </a:xfrm>
            <a:custGeom>
              <a:avLst/>
              <a:gdLst/>
              <a:ahLst/>
              <a:cxnLst/>
              <a:rect l="l" t="t" r="r" b="b"/>
              <a:pathLst>
                <a:path w="4036426" h="4995" extrusionOk="0">
                  <a:moveTo>
                    <a:pt x="403642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p2"/>
          <p:cNvSpPr/>
          <p:nvPr/>
        </p:nvSpPr>
        <p:spPr>
          <a:xfrm rot="5400000">
            <a:off x="8471013" y="42272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938525" y="3696795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" name="Google Shape;39;p2"/>
          <p:cNvSpPr/>
          <p:nvPr/>
        </p:nvSpPr>
        <p:spPr>
          <a:xfrm rot="5400000">
            <a:off x="7404313" y="316455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938525" y="2639783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" name="Google Shape;41;p2"/>
          <p:cNvSpPr txBox="1">
            <a:spLocks noGrp="1"/>
          </p:cNvSpPr>
          <p:nvPr>
            <p:ph type="ctrTitle"/>
          </p:nvPr>
        </p:nvSpPr>
        <p:spPr>
          <a:xfrm>
            <a:off x="386100" y="1432225"/>
            <a:ext cx="5033400" cy="3151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900"/>
              <a:buNone/>
              <a:defRPr sz="581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42" name="Google Shape;42;p2"/>
          <p:cNvSpPr txBox="1">
            <a:spLocks noGrp="1"/>
          </p:cNvSpPr>
          <p:nvPr>
            <p:ph type="subTitle" idx="1"/>
          </p:nvPr>
        </p:nvSpPr>
        <p:spPr>
          <a:xfrm>
            <a:off x="386250" y="4632575"/>
            <a:ext cx="5033400" cy="793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43" name="Google Shape;43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7938525" y="519425"/>
            <a:ext cx="15897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" name="Google Shape;45;p2"/>
          <p:cNvSpPr/>
          <p:nvPr/>
        </p:nvSpPr>
        <p:spPr>
          <a:xfrm rot="5400000">
            <a:off x="7939275" y="1577975"/>
            <a:ext cx="26475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" name="Google Shape;46;p2"/>
          <p:cNvSpPr/>
          <p:nvPr/>
        </p:nvSpPr>
        <p:spPr>
          <a:xfrm rot="10800000">
            <a:off x="9000606" y="516632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 flipH="1">
            <a:off x="9000631" y="2639123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 rot="10800000" flipH="1">
            <a:off x="7931388" y="2639122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 rot="5400000" flipH="1">
            <a:off x="7931395" y="369148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 rot="-5400000" flipH="1">
            <a:off x="9000609" y="3696090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 rot="10800000">
            <a:off x="5824728" y="3692183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2" name="Google Shape;52;p2"/>
          <p:cNvSpPr/>
          <p:nvPr/>
        </p:nvSpPr>
        <p:spPr>
          <a:xfrm rot="5400000">
            <a:off x="5301138" y="42272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3" name="Google Shape;53;p2"/>
          <p:cNvSpPr/>
          <p:nvPr/>
        </p:nvSpPr>
        <p:spPr>
          <a:xfrm rot="10800000" flipH="1">
            <a:off x="5830750" y="3691485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830800" y="581180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0060275" y="516575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" name="Google Shape;56;p2"/>
          <p:cNvSpPr/>
          <p:nvPr/>
        </p:nvSpPr>
        <p:spPr>
          <a:xfrm rot="5400000">
            <a:off x="10853600" y="782828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" name="Google Shape;57;p2"/>
          <p:cNvSpPr/>
          <p:nvPr/>
        </p:nvSpPr>
        <p:spPr>
          <a:xfrm rot="5400000">
            <a:off x="9801875" y="1844228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885525" y="4744950"/>
            <a:ext cx="528900" cy="21129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7943475" y="4753100"/>
            <a:ext cx="528900" cy="21129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" name="Google Shape;60;p2"/>
          <p:cNvSpPr/>
          <p:nvPr/>
        </p:nvSpPr>
        <p:spPr>
          <a:xfrm rot="-5400000">
            <a:off x="10860125" y="1317725"/>
            <a:ext cx="528900" cy="21129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Google Shape;61;p2"/>
          <p:cNvSpPr/>
          <p:nvPr/>
        </p:nvSpPr>
        <p:spPr>
          <a:xfrm rot="5400000" flipH="1">
            <a:off x="10068020" y="210903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9001425" y="5813900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" name="Google Shape;63;p2"/>
          <p:cNvSpPr/>
          <p:nvPr/>
        </p:nvSpPr>
        <p:spPr>
          <a:xfrm rot="10800000">
            <a:off x="9001428" y="58139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" name="Google Shape;64;p2"/>
          <p:cNvSpPr/>
          <p:nvPr/>
        </p:nvSpPr>
        <p:spPr>
          <a:xfrm rot="10800000" flipH="1">
            <a:off x="9001425" y="5813910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 rot="10800000">
            <a:off x="11131750" y="6351003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3"/>
          <p:cNvGrpSpPr/>
          <p:nvPr/>
        </p:nvGrpSpPr>
        <p:grpSpPr>
          <a:xfrm>
            <a:off x="-25943" y="-27948"/>
            <a:ext cx="12217854" cy="6911067"/>
            <a:chOff x="-25943" y="-27948"/>
            <a:chExt cx="12217854" cy="6911067"/>
          </a:xfrm>
        </p:grpSpPr>
        <p:grpSp>
          <p:nvGrpSpPr>
            <p:cNvPr id="68" name="Google Shape;68;p3"/>
            <p:cNvGrpSpPr/>
            <p:nvPr/>
          </p:nvGrpSpPr>
          <p:grpSpPr>
            <a:xfrm>
              <a:off x="5816035" y="-27948"/>
              <a:ext cx="6375876" cy="6911067"/>
              <a:chOff x="3744151" y="3553"/>
              <a:chExt cx="4037153" cy="4376032"/>
            </a:xfrm>
          </p:grpSpPr>
          <p:sp>
            <p:nvSpPr>
              <p:cNvPr id="69" name="Google Shape;69;p3"/>
              <p:cNvSpPr/>
              <p:nvPr/>
            </p:nvSpPr>
            <p:spPr>
              <a:xfrm>
                <a:off x="3746964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3744887" y="345147"/>
                <a:ext cx="4036417" cy="4993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3" extrusionOk="0">
                    <a:moveTo>
                      <a:pt x="4036418" y="4994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5088007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3744616" y="1686181"/>
                <a:ext cx="4036446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46" h="4991" extrusionOk="0">
                    <a:moveTo>
                      <a:pt x="4036446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6429029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3744349" y="3027212"/>
                <a:ext cx="4036429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29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4417475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3744754" y="1015662"/>
                <a:ext cx="4036430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30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5758498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3744483" y="2356696"/>
                <a:ext cx="4036417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5" extrusionOk="0">
                    <a:moveTo>
                      <a:pt x="4036418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099561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3744216" y="3697731"/>
                <a:ext cx="4036442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42" h="4991" extrusionOk="0">
                    <a:moveTo>
                      <a:pt x="4036442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4082210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>
                <a:off x="3744819" y="680404"/>
                <a:ext cx="4036445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45" h="4995" extrusionOk="0">
                    <a:moveTo>
                      <a:pt x="4036446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3"/>
              <p:cNvSpPr/>
              <p:nvPr/>
            </p:nvSpPr>
            <p:spPr>
              <a:xfrm>
                <a:off x="5423272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3744551" y="2021439"/>
                <a:ext cx="4036430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30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6764295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3744284" y="3362473"/>
                <a:ext cx="4036454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54" h="4991" extrusionOk="0">
                    <a:moveTo>
                      <a:pt x="4036455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>
                <a:off x="4752741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3744685" y="1350924"/>
                <a:ext cx="4036417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1" extrusionOk="0">
                    <a:moveTo>
                      <a:pt x="4036418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6093763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3744418" y="2691954"/>
                <a:ext cx="4036441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41" h="4995" extrusionOk="0">
                    <a:moveTo>
                      <a:pt x="4036442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>
                <a:off x="7434826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>
                <a:off x="3744151" y="4032989"/>
                <a:ext cx="4036426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26" h="4995" extrusionOk="0">
                    <a:moveTo>
                      <a:pt x="4036426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3" name="Google Shape;93;p3"/>
            <p:cNvSpPr/>
            <p:nvPr/>
          </p:nvSpPr>
          <p:spPr>
            <a:xfrm>
              <a:off x="1061" y="511525"/>
              <a:ext cx="5812440" cy="7889"/>
            </a:xfrm>
            <a:custGeom>
              <a:avLst/>
              <a:gdLst/>
              <a:ahLst/>
              <a:cxnLst/>
              <a:rect l="l" t="t" r="r" b="b"/>
              <a:pathLst>
                <a:path w="4036417" h="4993" extrusionOk="0">
                  <a:moveTo>
                    <a:pt x="4036418" y="4994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1562512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671" y="2629421"/>
              <a:ext cx="5812482" cy="7886"/>
            </a:xfrm>
            <a:custGeom>
              <a:avLst/>
              <a:gdLst/>
              <a:ahLst/>
              <a:cxnLst/>
              <a:rect l="l" t="t" r="r" b="b"/>
              <a:pathLst>
                <a:path w="4036446" h="4991" extrusionOk="0">
                  <a:moveTo>
                    <a:pt x="4036446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3680388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286" y="4747312"/>
              <a:ext cx="5812458" cy="7892"/>
            </a:xfrm>
            <a:custGeom>
              <a:avLst/>
              <a:gdLst/>
              <a:ahLst/>
              <a:cxnLst/>
              <a:rect l="l" t="t" r="r" b="b"/>
              <a:pathLst>
                <a:path w="4036429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503541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870" y="1570470"/>
              <a:ext cx="5812459" cy="7892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2621418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479" y="3688366"/>
              <a:ext cx="5812440" cy="7892"/>
            </a:xfrm>
            <a:custGeom>
              <a:avLst/>
              <a:gdLst/>
              <a:ahLst/>
              <a:cxnLst/>
              <a:rect l="l" t="t" r="r" b="b"/>
              <a:pathLst>
                <a:path w="4036417" h="4995" extrusionOk="0">
                  <a:moveTo>
                    <a:pt x="4036418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4739359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95" y="5806263"/>
              <a:ext cx="5812476" cy="7886"/>
            </a:xfrm>
            <a:custGeom>
              <a:avLst/>
              <a:gdLst/>
              <a:ahLst/>
              <a:cxnLst/>
              <a:rect l="l" t="t" r="r" b="b"/>
              <a:pathLst>
                <a:path w="4036442" h="4991" extrusionOk="0">
                  <a:moveTo>
                    <a:pt x="4036442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-25943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963" y="1040997"/>
              <a:ext cx="5812481" cy="7892"/>
            </a:xfrm>
            <a:custGeom>
              <a:avLst/>
              <a:gdLst/>
              <a:ahLst/>
              <a:cxnLst/>
              <a:rect l="l" t="t" r="r" b="b"/>
              <a:pathLst>
                <a:path w="4036445" h="4995" extrusionOk="0">
                  <a:moveTo>
                    <a:pt x="403644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2091996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577" y="3158894"/>
              <a:ext cx="5812459" cy="7892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4209874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93" y="5276790"/>
              <a:ext cx="5812494" cy="7886"/>
            </a:xfrm>
            <a:custGeom>
              <a:avLst/>
              <a:gdLst/>
              <a:ahLst/>
              <a:cxnLst/>
              <a:rect l="l" t="t" r="r" b="b"/>
              <a:pathLst>
                <a:path w="4036454" h="4991" extrusionOk="0">
                  <a:moveTo>
                    <a:pt x="4036455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1033026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770" y="2099949"/>
              <a:ext cx="5812440" cy="7886"/>
            </a:xfrm>
            <a:custGeom>
              <a:avLst/>
              <a:gdLst/>
              <a:ahLst/>
              <a:cxnLst/>
              <a:rect l="l" t="t" r="r" b="b"/>
              <a:pathLst>
                <a:path w="4036417" h="4991" extrusionOk="0">
                  <a:moveTo>
                    <a:pt x="4036418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3150902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386" y="4217839"/>
              <a:ext cx="5812475" cy="7892"/>
            </a:xfrm>
            <a:custGeom>
              <a:avLst/>
              <a:gdLst/>
              <a:ahLst/>
              <a:cxnLst/>
              <a:rect l="l" t="t" r="r" b="b"/>
              <a:pathLst>
                <a:path w="4036441" h="4995" extrusionOk="0">
                  <a:moveTo>
                    <a:pt x="4036442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5268843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1" y="6335736"/>
              <a:ext cx="5812453" cy="7892"/>
            </a:xfrm>
            <a:custGeom>
              <a:avLst/>
              <a:gdLst/>
              <a:ahLst/>
              <a:cxnLst/>
              <a:rect l="l" t="t" r="r" b="b"/>
              <a:pathLst>
                <a:path w="4036426" h="4995" extrusionOk="0">
                  <a:moveTo>
                    <a:pt x="403642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Google Shape;116;p3"/>
          <p:cNvSpPr/>
          <p:nvPr/>
        </p:nvSpPr>
        <p:spPr>
          <a:xfrm>
            <a:off x="1377300" y="2027550"/>
            <a:ext cx="9437400" cy="402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1911300" y="2326725"/>
            <a:ext cx="8369400" cy="1812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8" name="Google Shape;118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3"/>
          <p:cNvSpPr txBox="1">
            <a:spLocks noGrp="1"/>
          </p:cNvSpPr>
          <p:nvPr>
            <p:ph type="body" idx="1"/>
          </p:nvPr>
        </p:nvSpPr>
        <p:spPr>
          <a:xfrm>
            <a:off x="1911300" y="4386075"/>
            <a:ext cx="8369400" cy="121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algn="ctr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7025" y="1062645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1" name="Google Shape;121;p3"/>
          <p:cNvSpPr/>
          <p:nvPr/>
        </p:nvSpPr>
        <p:spPr>
          <a:xfrm rot="5400000">
            <a:off x="-527187" y="5304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2" name="Google Shape;122;p3"/>
          <p:cNvSpPr txBox="1">
            <a:spLocks noGrp="1"/>
          </p:cNvSpPr>
          <p:nvPr>
            <p:ph type="sldNum" idx="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3"/>
          <p:cNvSpPr/>
          <p:nvPr/>
        </p:nvSpPr>
        <p:spPr>
          <a:xfrm rot="5400000" flipH="1">
            <a:off x="-105" y="105733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/>
          <p:nvPr/>
        </p:nvSpPr>
        <p:spPr>
          <a:xfrm rot="10800000">
            <a:off x="6901" y="3241800"/>
            <a:ext cx="10599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5" name="Google Shape;125;p3"/>
          <p:cNvSpPr/>
          <p:nvPr/>
        </p:nvSpPr>
        <p:spPr>
          <a:xfrm rot="5400000">
            <a:off x="-516562" y="3776820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6" name="Google Shape;126;p3"/>
          <p:cNvSpPr/>
          <p:nvPr/>
        </p:nvSpPr>
        <p:spPr>
          <a:xfrm rot="10800000" flipH="1">
            <a:off x="13050" y="3241097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536675" y="581385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8" name="Google Shape;128;p3"/>
          <p:cNvSpPr/>
          <p:nvPr/>
        </p:nvSpPr>
        <p:spPr>
          <a:xfrm rot="5400000">
            <a:off x="10853600" y="782828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9" name="Google Shape;129;p3"/>
          <p:cNvSpPr/>
          <p:nvPr/>
        </p:nvSpPr>
        <p:spPr>
          <a:xfrm rot="5400000">
            <a:off x="10853600" y="2375978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0" name="Google Shape;130;p3"/>
          <p:cNvSpPr/>
          <p:nvPr/>
        </p:nvSpPr>
        <p:spPr>
          <a:xfrm rot="-5400000">
            <a:off x="11391500" y="1838075"/>
            <a:ext cx="528900" cy="10722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1" name="Google Shape;131;p3"/>
          <p:cNvSpPr/>
          <p:nvPr/>
        </p:nvSpPr>
        <p:spPr>
          <a:xfrm rot="5400000">
            <a:off x="11119057" y="210903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/>
          <p:nvPr/>
        </p:nvSpPr>
        <p:spPr>
          <a:xfrm rot="10800000">
            <a:off x="11131750" y="6351003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11648750" y="5283450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2090175" y="-28000"/>
            <a:ext cx="15897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5" name="Google Shape;135;p3"/>
          <p:cNvSpPr/>
          <p:nvPr/>
        </p:nvSpPr>
        <p:spPr>
          <a:xfrm rot="5400000">
            <a:off x="2883825" y="237700"/>
            <a:ext cx="10617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6" name="Google Shape;136;p3"/>
          <p:cNvSpPr/>
          <p:nvPr/>
        </p:nvSpPr>
        <p:spPr>
          <a:xfrm rot="10800000">
            <a:off x="3149431" y="-27943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"/>
          <p:cNvSpPr txBox="1">
            <a:spLocks noGrp="1"/>
          </p:cNvSpPr>
          <p:nvPr>
            <p:ph type="title"/>
          </p:nvPr>
        </p:nvSpPr>
        <p:spPr>
          <a:xfrm>
            <a:off x="821250" y="1020575"/>
            <a:ext cx="88944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4"/>
          <p:cNvSpPr txBox="1">
            <a:spLocks noGrp="1"/>
          </p:cNvSpPr>
          <p:nvPr>
            <p:ph type="body" idx="1"/>
          </p:nvPr>
        </p:nvSpPr>
        <p:spPr>
          <a:xfrm>
            <a:off x="821250" y="1963844"/>
            <a:ext cx="8894400" cy="387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140" name="Google Shape;140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10621078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10616920" y="511525"/>
            <a:ext cx="1574203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10616814" y="2629421"/>
            <a:ext cx="1574214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10616710" y="4747312"/>
            <a:ext cx="1574207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11680016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10616868" y="1570470"/>
            <a:ext cx="1574208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10616762" y="3688366"/>
            <a:ext cx="1574203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10616658" y="5806263"/>
            <a:ext cx="1574212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11150532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10616893" y="1040997"/>
            <a:ext cx="1574214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10616789" y="3158894"/>
            <a:ext cx="1574208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10616684" y="5276790"/>
            <a:ext cx="1574217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10616841" y="2099949"/>
            <a:ext cx="1574203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10616737" y="4217839"/>
            <a:ext cx="1574212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10616633" y="6335736"/>
            <a:ext cx="1574206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/>
          <p:nvPr/>
        </p:nvSpPr>
        <p:spPr>
          <a:xfrm flipH="1">
            <a:off x="10610335" y="511538"/>
            <a:ext cx="15897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7" name="Google Shape;157;p4"/>
          <p:cNvSpPr/>
          <p:nvPr/>
        </p:nvSpPr>
        <p:spPr>
          <a:xfrm rot="-5400000" flipH="1">
            <a:off x="10342125" y="779743"/>
            <a:ext cx="10668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8" name="Google Shape;158;p4"/>
          <p:cNvSpPr/>
          <p:nvPr/>
        </p:nvSpPr>
        <p:spPr>
          <a:xfrm rot="10800000" flipH="1">
            <a:off x="10607460" y="50874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/>
          <p:nvPr/>
        </p:nvSpPr>
        <p:spPr>
          <a:xfrm rot="5400000">
            <a:off x="11139988" y="36930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10607500" y="3162595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1" name="Google Shape;161;p4"/>
          <p:cNvSpPr/>
          <p:nvPr/>
        </p:nvSpPr>
        <p:spPr>
          <a:xfrm rot="-5400000" flipH="1">
            <a:off x="11669584" y="3161890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/>
          <p:nvPr/>
        </p:nvSpPr>
        <p:spPr>
          <a:xfrm flipH="1">
            <a:off x="11669788" y="5812774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3" name="Google Shape;163;p4"/>
          <p:cNvSpPr/>
          <p:nvPr/>
        </p:nvSpPr>
        <p:spPr>
          <a:xfrm flipH="1">
            <a:off x="10611650" y="5276780"/>
            <a:ext cx="528900" cy="1583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11137150" y="2105275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10610900" y="4218938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boxes">
  <p:cSld name="CUSTOM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 txBox="1">
            <a:spLocks noGrp="1"/>
          </p:cNvSpPr>
          <p:nvPr>
            <p:ph type="title"/>
          </p:nvPr>
        </p:nvSpPr>
        <p:spPr>
          <a:xfrm>
            <a:off x="1760438" y="620275"/>
            <a:ext cx="86712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5"/>
          <p:cNvSpPr txBox="1">
            <a:spLocks noGrp="1"/>
          </p:cNvSpPr>
          <p:nvPr>
            <p:ph type="subTitle" idx="1"/>
          </p:nvPr>
        </p:nvSpPr>
        <p:spPr>
          <a:xfrm>
            <a:off x="1760407" y="1757925"/>
            <a:ext cx="2754000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9" name="Google Shape;169;p5"/>
          <p:cNvSpPr txBox="1">
            <a:spLocks noGrp="1"/>
          </p:cNvSpPr>
          <p:nvPr>
            <p:ph type="body" idx="2"/>
          </p:nvPr>
        </p:nvSpPr>
        <p:spPr>
          <a:xfrm>
            <a:off x="1760433" y="2474780"/>
            <a:ext cx="27540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000"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170" name="Google Shape;170;p5"/>
          <p:cNvSpPr txBox="1">
            <a:spLocks noGrp="1"/>
          </p:cNvSpPr>
          <p:nvPr>
            <p:ph type="subTitle" idx="3"/>
          </p:nvPr>
        </p:nvSpPr>
        <p:spPr>
          <a:xfrm>
            <a:off x="4718940" y="1757925"/>
            <a:ext cx="2754000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1" name="Google Shape;171;p5"/>
          <p:cNvSpPr txBox="1">
            <a:spLocks noGrp="1"/>
          </p:cNvSpPr>
          <p:nvPr>
            <p:ph type="body" idx="4"/>
          </p:nvPr>
        </p:nvSpPr>
        <p:spPr>
          <a:xfrm>
            <a:off x="4718965" y="2474780"/>
            <a:ext cx="27540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000"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5"/>
          <p:cNvSpPr txBox="1">
            <a:spLocks noGrp="1"/>
          </p:cNvSpPr>
          <p:nvPr>
            <p:ph type="subTitle" idx="5"/>
          </p:nvPr>
        </p:nvSpPr>
        <p:spPr>
          <a:xfrm>
            <a:off x="7677492" y="1757925"/>
            <a:ext cx="2754000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3" name="Google Shape;173;p5"/>
          <p:cNvSpPr txBox="1">
            <a:spLocks noGrp="1"/>
          </p:cNvSpPr>
          <p:nvPr>
            <p:ph type="body" idx="6"/>
          </p:nvPr>
        </p:nvSpPr>
        <p:spPr>
          <a:xfrm>
            <a:off x="7677517" y="2474780"/>
            <a:ext cx="27540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000"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5"/>
          <p:cNvSpPr txBox="1">
            <a:spLocks noGrp="1"/>
          </p:cNvSpPr>
          <p:nvPr>
            <p:ph type="subTitle" idx="7"/>
          </p:nvPr>
        </p:nvSpPr>
        <p:spPr>
          <a:xfrm>
            <a:off x="1760360" y="4223071"/>
            <a:ext cx="2754000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5" name="Google Shape;175;p5"/>
          <p:cNvSpPr txBox="1">
            <a:spLocks noGrp="1"/>
          </p:cNvSpPr>
          <p:nvPr>
            <p:ph type="body" idx="8"/>
          </p:nvPr>
        </p:nvSpPr>
        <p:spPr>
          <a:xfrm>
            <a:off x="1760385" y="4939927"/>
            <a:ext cx="27540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000"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subTitle" idx="9"/>
          </p:nvPr>
        </p:nvSpPr>
        <p:spPr>
          <a:xfrm>
            <a:off x="4718892" y="4223071"/>
            <a:ext cx="2754000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body" idx="13"/>
          </p:nvPr>
        </p:nvSpPr>
        <p:spPr>
          <a:xfrm>
            <a:off x="4718918" y="4939927"/>
            <a:ext cx="27540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000"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14"/>
          </p:nvPr>
        </p:nvSpPr>
        <p:spPr>
          <a:xfrm>
            <a:off x="7677444" y="4223071"/>
            <a:ext cx="2754000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body" idx="15"/>
          </p:nvPr>
        </p:nvSpPr>
        <p:spPr>
          <a:xfrm>
            <a:off x="7677470" y="4939927"/>
            <a:ext cx="27540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000"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1140" y="511413"/>
            <a:ext cx="1059559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1069" y="2629307"/>
            <a:ext cx="1059567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999" y="4747197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1105" y="1570357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529426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1034" y="3688251"/>
            <a:ext cx="1059559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964" y="5806148"/>
            <a:ext cx="1059566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1122" y="1040884"/>
            <a:ext cx="10595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3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1052" y="3158780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982" y="5276675"/>
            <a:ext cx="1059569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1087" y="2099836"/>
            <a:ext cx="1059559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1058910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1017" y="4217724"/>
            <a:ext cx="1059566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947" y="6335620"/>
            <a:ext cx="1059562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"/>
          <p:cNvSpPr/>
          <p:nvPr/>
        </p:nvSpPr>
        <p:spPr>
          <a:xfrm rot="5400000">
            <a:off x="-523492" y="15746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6" name="Google Shape;196;p5"/>
          <p:cNvSpPr/>
          <p:nvPr/>
        </p:nvSpPr>
        <p:spPr>
          <a:xfrm rot="5400000" flipH="1">
            <a:off x="270157" y="3426213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534907" y="5280138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5264" y="1044363"/>
            <a:ext cx="10614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9" name="Google Shape;199;p5"/>
          <p:cNvSpPr/>
          <p:nvPr/>
        </p:nvSpPr>
        <p:spPr>
          <a:xfrm rot="10800000" flipH="1">
            <a:off x="5332" y="1044435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11154478" y="-27948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11150221" y="511525"/>
            <a:ext cx="1059559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11150150" y="2629420"/>
            <a:ext cx="1059567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11150079" y="4747310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11150186" y="1570469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11150115" y="3688364"/>
            <a:ext cx="1059559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11150044" y="5806260"/>
            <a:ext cx="1059566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11683932" y="-27948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11150203" y="1040996"/>
            <a:ext cx="10595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11150133" y="3158893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11150062" y="5276787"/>
            <a:ext cx="1059569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11150168" y="2099948"/>
            <a:ext cx="1059559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11150098" y="4217837"/>
            <a:ext cx="1059566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11150027" y="6335733"/>
            <a:ext cx="1059562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5"/>
          <p:cNvSpPr/>
          <p:nvPr/>
        </p:nvSpPr>
        <p:spPr>
          <a:xfrm rot="-5400000">
            <a:off x="11420732" y="253713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5" name="Google Shape;215;p5"/>
          <p:cNvSpPr/>
          <p:nvPr/>
        </p:nvSpPr>
        <p:spPr>
          <a:xfrm rot="-5400000" flipH="1">
            <a:off x="10875525" y="779743"/>
            <a:ext cx="10668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6" name="Google Shape;216;p5"/>
          <p:cNvSpPr/>
          <p:nvPr/>
        </p:nvSpPr>
        <p:spPr>
          <a:xfrm rot="10800000" flipH="1">
            <a:off x="11140860" y="50874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5"/>
          <p:cNvSpPr/>
          <p:nvPr/>
        </p:nvSpPr>
        <p:spPr>
          <a:xfrm flipH="1">
            <a:off x="11145050" y="5276780"/>
            <a:ext cx="528900" cy="1583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11670550" y="2105275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11144300" y="4218938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ubtitle and text">
  <p:cSld name="CUSTOM_2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"/>
          <p:cNvSpPr/>
          <p:nvPr/>
        </p:nvSpPr>
        <p:spPr>
          <a:xfrm rot="10800000">
            <a:off x="4231837" y="-2806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/>
          <p:nvPr/>
        </p:nvSpPr>
        <p:spPr>
          <a:xfrm rot="10800000">
            <a:off x="3671" y="6338709"/>
            <a:ext cx="4238238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/>
          <p:nvPr/>
        </p:nvSpPr>
        <p:spPr>
          <a:xfrm rot="10800000">
            <a:off x="2113927" y="-2806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/>
          <p:nvPr/>
        </p:nvSpPr>
        <p:spPr>
          <a:xfrm rot="10800000">
            <a:off x="3925" y="4220816"/>
            <a:ext cx="4238268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/>
          <p:nvPr/>
        </p:nvSpPr>
        <p:spPr>
          <a:xfrm rot="10800000">
            <a:off x="4223" y="2102919"/>
            <a:ext cx="4238250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/>
          <p:nvPr/>
        </p:nvSpPr>
        <p:spPr>
          <a:xfrm rot="10800000">
            <a:off x="3172899" y="-2806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"/>
          <p:cNvSpPr/>
          <p:nvPr/>
        </p:nvSpPr>
        <p:spPr>
          <a:xfrm rot="10800000">
            <a:off x="3797" y="5279761"/>
            <a:ext cx="4238252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6"/>
          <p:cNvSpPr/>
          <p:nvPr/>
        </p:nvSpPr>
        <p:spPr>
          <a:xfrm rot="10800000">
            <a:off x="1055021" y="-2806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6"/>
          <p:cNvSpPr/>
          <p:nvPr/>
        </p:nvSpPr>
        <p:spPr>
          <a:xfrm rot="10800000">
            <a:off x="4095" y="3161865"/>
            <a:ext cx="4238238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6"/>
          <p:cNvSpPr/>
          <p:nvPr/>
        </p:nvSpPr>
        <p:spPr>
          <a:xfrm rot="10800000">
            <a:off x="4349" y="1043974"/>
            <a:ext cx="4238264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/>
          <p:nvPr/>
        </p:nvSpPr>
        <p:spPr>
          <a:xfrm rot="10800000">
            <a:off x="3702383" y="-2806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6"/>
          <p:cNvSpPr/>
          <p:nvPr/>
        </p:nvSpPr>
        <p:spPr>
          <a:xfrm rot="10800000">
            <a:off x="3713" y="5809234"/>
            <a:ext cx="42382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/>
          <p:nvPr/>
        </p:nvSpPr>
        <p:spPr>
          <a:xfrm rot="10800000">
            <a:off x="1584443" y="-2806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"/>
          <p:cNvSpPr/>
          <p:nvPr/>
        </p:nvSpPr>
        <p:spPr>
          <a:xfrm rot="10800000">
            <a:off x="4010" y="3691337"/>
            <a:ext cx="4238252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"/>
          <p:cNvSpPr/>
          <p:nvPr/>
        </p:nvSpPr>
        <p:spPr>
          <a:xfrm rot="10800000">
            <a:off x="4265" y="1573447"/>
            <a:ext cx="4238277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6"/>
          <p:cNvSpPr/>
          <p:nvPr/>
        </p:nvSpPr>
        <p:spPr>
          <a:xfrm rot="10800000">
            <a:off x="2643413" y="-2806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6"/>
          <p:cNvSpPr/>
          <p:nvPr/>
        </p:nvSpPr>
        <p:spPr>
          <a:xfrm rot="10800000">
            <a:off x="3883" y="4750288"/>
            <a:ext cx="4238238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6"/>
          <p:cNvSpPr/>
          <p:nvPr/>
        </p:nvSpPr>
        <p:spPr>
          <a:xfrm rot="10800000">
            <a:off x="525537" y="-2806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6"/>
          <p:cNvSpPr/>
          <p:nvPr/>
        </p:nvSpPr>
        <p:spPr>
          <a:xfrm rot="10800000">
            <a:off x="4138" y="2632392"/>
            <a:ext cx="4238263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6"/>
          <p:cNvSpPr/>
          <p:nvPr/>
        </p:nvSpPr>
        <p:spPr>
          <a:xfrm rot="10800000">
            <a:off x="4435" y="514494"/>
            <a:ext cx="4238247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6"/>
          <p:cNvSpPr/>
          <p:nvPr/>
        </p:nvSpPr>
        <p:spPr>
          <a:xfrm rot="-5400000">
            <a:off x="-2003" y="2102015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2" name="Google Shape;242;p6"/>
          <p:cNvSpPr/>
          <p:nvPr/>
        </p:nvSpPr>
        <p:spPr>
          <a:xfrm rot="10800000">
            <a:off x="530485" y="263242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3" name="Google Shape;243;p6"/>
          <p:cNvSpPr/>
          <p:nvPr/>
        </p:nvSpPr>
        <p:spPr>
          <a:xfrm rot="-5400000">
            <a:off x="1064697" y="3164665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4" name="Google Shape;244;p6"/>
          <p:cNvSpPr/>
          <p:nvPr/>
        </p:nvSpPr>
        <p:spPr>
          <a:xfrm rot="10800000">
            <a:off x="530485" y="3689440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5" name="Google Shape;245;p6"/>
          <p:cNvSpPr/>
          <p:nvPr/>
        </p:nvSpPr>
        <p:spPr>
          <a:xfrm rot="10800000">
            <a:off x="530485" y="5808298"/>
            <a:ext cx="15897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6" name="Google Shape;246;p6"/>
          <p:cNvSpPr/>
          <p:nvPr/>
        </p:nvSpPr>
        <p:spPr>
          <a:xfrm rot="-5400000">
            <a:off x="-528065" y="4749748"/>
            <a:ext cx="26475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527610" y="5811203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"/>
          <p:cNvSpPr/>
          <p:nvPr/>
        </p:nvSpPr>
        <p:spPr>
          <a:xfrm rot="10800000" flipH="1">
            <a:off x="527585" y="3688712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6"/>
          <p:cNvSpPr/>
          <p:nvPr/>
        </p:nvSpPr>
        <p:spPr>
          <a:xfrm flipH="1">
            <a:off x="1596829" y="3688712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6"/>
          <p:cNvSpPr/>
          <p:nvPr/>
        </p:nvSpPr>
        <p:spPr>
          <a:xfrm rot="-5400000" flipH="1">
            <a:off x="1596822" y="2636351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6"/>
          <p:cNvSpPr/>
          <p:nvPr/>
        </p:nvSpPr>
        <p:spPr>
          <a:xfrm rot="5400000" flipH="1">
            <a:off x="527607" y="263174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2644282" y="2637040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3" name="Google Shape;253;p6"/>
          <p:cNvSpPr/>
          <p:nvPr/>
        </p:nvSpPr>
        <p:spPr>
          <a:xfrm rot="-5400000">
            <a:off x="3167872" y="2102015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4" name="Google Shape;254;p6"/>
          <p:cNvSpPr/>
          <p:nvPr/>
        </p:nvSpPr>
        <p:spPr>
          <a:xfrm flipH="1">
            <a:off x="3697467" y="2636350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6"/>
          <p:cNvSpPr/>
          <p:nvPr/>
        </p:nvSpPr>
        <p:spPr>
          <a:xfrm rot="10800000">
            <a:off x="3697510" y="515923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6" name="Google Shape;256;p6"/>
          <p:cNvSpPr/>
          <p:nvPr/>
        </p:nvSpPr>
        <p:spPr>
          <a:xfrm rot="10800000">
            <a:off x="2643535" y="6327723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7" name="Google Shape;257;p6"/>
          <p:cNvSpPr/>
          <p:nvPr/>
        </p:nvSpPr>
        <p:spPr>
          <a:xfrm rot="-5400000">
            <a:off x="2908435" y="5022920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8" name="Google Shape;258;p6"/>
          <p:cNvSpPr/>
          <p:nvPr/>
        </p:nvSpPr>
        <p:spPr>
          <a:xfrm rot="10800000">
            <a:off x="2644285" y="273"/>
            <a:ext cx="528900" cy="21129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9" name="Google Shape;259;p6"/>
          <p:cNvSpPr/>
          <p:nvPr/>
        </p:nvSpPr>
        <p:spPr>
          <a:xfrm rot="5400000">
            <a:off x="266250" y="256698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0" name="Google Shape;260;p6"/>
          <p:cNvSpPr/>
          <p:nvPr/>
        </p:nvSpPr>
        <p:spPr>
          <a:xfrm rot="10800000">
            <a:off x="1586335" y="-7877"/>
            <a:ext cx="528900" cy="21129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1" name="Google Shape;261;p6"/>
          <p:cNvSpPr/>
          <p:nvPr/>
        </p:nvSpPr>
        <p:spPr>
          <a:xfrm rot="10800000">
            <a:off x="528385" y="-17177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2" name="Google Shape;262;p6"/>
          <p:cNvSpPr/>
          <p:nvPr/>
        </p:nvSpPr>
        <p:spPr>
          <a:xfrm flipH="1">
            <a:off x="526792" y="513925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3181285" y="5282295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4" name="Google Shape;264;p6"/>
          <p:cNvSpPr/>
          <p:nvPr/>
        </p:nvSpPr>
        <p:spPr>
          <a:xfrm rot="5400000" flipH="1">
            <a:off x="3173884" y="5281601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6"/>
          <p:cNvSpPr txBox="1">
            <a:spLocks noGrp="1"/>
          </p:cNvSpPr>
          <p:nvPr>
            <p:ph type="title"/>
          </p:nvPr>
        </p:nvSpPr>
        <p:spPr>
          <a:xfrm>
            <a:off x="4985747" y="1733250"/>
            <a:ext cx="6200700" cy="1157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6"/>
          <p:cNvSpPr txBox="1">
            <a:spLocks noGrp="1"/>
          </p:cNvSpPr>
          <p:nvPr>
            <p:ph type="subTitle" idx="1"/>
          </p:nvPr>
        </p:nvSpPr>
        <p:spPr>
          <a:xfrm>
            <a:off x="4985725" y="2890617"/>
            <a:ext cx="6200700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70" b="1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7" name="Google Shape;267;p6"/>
          <p:cNvSpPr txBox="1">
            <a:spLocks noGrp="1"/>
          </p:cNvSpPr>
          <p:nvPr>
            <p:ph type="body" idx="2"/>
          </p:nvPr>
        </p:nvSpPr>
        <p:spPr>
          <a:xfrm>
            <a:off x="4985759" y="3421322"/>
            <a:ext cx="62007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oxes">
  <p:cSld name="CUSTOM_1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 txBox="1">
            <a:spLocks noGrp="1"/>
          </p:cNvSpPr>
          <p:nvPr>
            <p:ph type="title"/>
          </p:nvPr>
        </p:nvSpPr>
        <p:spPr>
          <a:xfrm>
            <a:off x="1437263" y="520450"/>
            <a:ext cx="9317400" cy="8721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7"/>
          <p:cNvSpPr txBox="1">
            <a:spLocks noGrp="1"/>
          </p:cNvSpPr>
          <p:nvPr>
            <p:ph type="subTitle" idx="1"/>
          </p:nvPr>
        </p:nvSpPr>
        <p:spPr>
          <a:xfrm>
            <a:off x="1437343" y="1781550"/>
            <a:ext cx="44919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="1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71" name="Google Shape;271;p7"/>
          <p:cNvSpPr txBox="1">
            <a:spLocks noGrp="1"/>
          </p:cNvSpPr>
          <p:nvPr>
            <p:ph type="body" idx="2"/>
          </p:nvPr>
        </p:nvSpPr>
        <p:spPr>
          <a:xfrm>
            <a:off x="1437384" y="2498405"/>
            <a:ext cx="44919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algn="ctr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272" name="Google Shape;272;p7"/>
          <p:cNvSpPr txBox="1">
            <a:spLocks noGrp="1"/>
          </p:cNvSpPr>
          <p:nvPr>
            <p:ph type="subTitle" idx="3"/>
          </p:nvPr>
        </p:nvSpPr>
        <p:spPr>
          <a:xfrm>
            <a:off x="6262779" y="1781550"/>
            <a:ext cx="44919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="1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73" name="Google Shape;273;p7"/>
          <p:cNvSpPr txBox="1">
            <a:spLocks noGrp="1"/>
          </p:cNvSpPr>
          <p:nvPr>
            <p:ph type="body" idx="4"/>
          </p:nvPr>
        </p:nvSpPr>
        <p:spPr>
          <a:xfrm>
            <a:off x="6262827" y="2498405"/>
            <a:ext cx="44919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algn="ctr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274" name="Google Shape;274;p7"/>
          <p:cNvSpPr txBox="1">
            <a:spLocks noGrp="1"/>
          </p:cNvSpPr>
          <p:nvPr>
            <p:ph type="subTitle" idx="5"/>
          </p:nvPr>
        </p:nvSpPr>
        <p:spPr>
          <a:xfrm>
            <a:off x="1437250" y="4094296"/>
            <a:ext cx="44919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="1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75" name="Google Shape;275;p7"/>
          <p:cNvSpPr txBox="1">
            <a:spLocks noGrp="1"/>
          </p:cNvSpPr>
          <p:nvPr>
            <p:ph type="body" idx="6"/>
          </p:nvPr>
        </p:nvSpPr>
        <p:spPr>
          <a:xfrm>
            <a:off x="1437306" y="4811152"/>
            <a:ext cx="44919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algn="ctr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276" name="Google Shape;276;p7"/>
          <p:cNvSpPr txBox="1">
            <a:spLocks noGrp="1"/>
          </p:cNvSpPr>
          <p:nvPr>
            <p:ph type="body" idx="7"/>
          </p:nvPr>
        </p:nvSpPr>
        <p:spPr>
          <a:xfrm>
            <a:off x="6262750" y="4811152"/>
            <a:ext cx="44919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algn="ctr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277" name="Google Shape;277;p7"/>
          <p:cNvSpPr txBox="1">
            <a:spLocks noGrp="1"/>
          </p:cNvSpPr>
          <p:nvPr>
            <p:ph type="subTitle" idx="8"/>
          </p:nvPr>
        </p:nvSpPr>
        <p:spPr>
          <a:xfrm>
            <a:off x="6262702" y="4094296"/>
            <a:ext cx="44919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="1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78" name="Google Shape;278;p7"/>
          <p:cNvSpPr/>
          <p:nvPr/>
        </p:nvSpPr>
        <p:spPr>
          <a:xfrm flipH="1">
            <a:off x="11155186" y="511413"/>
            <a:ext cx="1059559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7"/>
          <p:cNvSpPr/>
          <p:nvPr/>
        </p:nvSpPr>
        <p:spPr>
          <a:xfrm flipH="1">
            <a:off x="11155250" y="2629307"/>
            <a:ext cx="1059567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7"/>
          <p:cNvSpPr/>
          <p:nvPr/>
        </p:nvSpPr>
        <p:spPr>
          <a:xfrm flipH="1">
            <a:off x="11155324" y="4747197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7"/>
          <p:cNvSpPr/>
          <p:nvPr/>
        </p:nvSpPr>
        <p:spPr>
          <a:xfrm flipH="1">
            <a:off x="11155217" y="1570357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7"/>
          <p:cNvSpPr/>
          <p:nvPr/>
        </p:nvSpPr>
        <p:spPr>
          <a:xfrm flipH="1">
            <a:off x="11680064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7"/>
          <p:cNvSpPr/>
          <p:nvPr/>
        </p:nvSpPr>
        <p:spPr>
          <a:xfrm flipH="1">
            <a:off x="11155292" y="3688251"/>
            <a:ext cx="1059559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7"/>
          <p:cNvSpPr/>
          <p:nvPr/>
        </p:nvSpPr>
        <p:spPr>
          <a:xfrm flipH="1">
            <a:off x="11155356" y="5806148"/>
            <a:ext cx="1059566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7"/>
          <p:cNvSpPr/>
          <p:nvPr/>
        </p:nvSpPr>
        <p:spPr>
          <a:xfrm flipH="1">
            <a:off x="11155196" y="1040884"/>
            <a:ext cx="10595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7"/>
          <p:cNvSpPr/>
          <p:nvPr/>
        </p:nvSpPr>
        <p:spPr>
          <a:xfrm flipH="1">
            <a:off x="12209487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7"/>
          <p:cNvSpPr/>
          <p:nvPr/>
        </p:nvSpPr>
        <p:spPr>
          <a:xfrm flipH="1">
            <a:off x="11155271" y="3158780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7"/>
          <p:cNvSpPr/>
          <p:nvPr/>
        </p:nvSpPr>
        <p:spPr>
          <a:xfrm flipH="1">
            <a:off x="11155335" y="5276675"/>
            <a:ext cx="1059569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"/>
          <p:cNvSpPr/>
          <p:nvPr/>
        </p:nvSpPr>
        <p:spPr>
          <a:xfrm flipH="1">
            <a:off x="11155239" y="2099836"/>
            <a:ext cx="1059559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7"/>
          <p:cNvSpPr/>
          <p:nvPr/>
        </p:nvSpPr>
        <p:spPr>
          <a:xfrm flipH="1">
            <a:off x="11150580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7"/>
          <p:cNvSpPr/>
          <p:nvPr/>
        </p:nvSpPr>
        <p:spPr>
          <a:xfrm flipH="1">
            <a:off x="11155303" y="4217724"/>
            <a:ext cx="1059566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7"/>
          <p:cNvSpPr/>
          <p:nvPr/>
        </p:nvSpPr>
        <p:spPr>
          <a:xfrm flipH="1">
            <a:off x="11155377" y="6335620"/>
            <a:ext cx="1059562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7"/>
          <p:cNvSpPr/>
          <p:nvPr/>
        </p:nvSpPr>
        <p:spPr>
          <a:xfrm rot="-5400000" flipH="1">
            <a:off x="11149678" y="15746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4" name="Google Shape;294;p7"/>
          <p:cNvSpPr/>
          <p:nvPr/>
        </p:nvSpPr>
        <p:spPr>
          <a:xfrm rot="-5400000">
            <a:off x="11416828" y="3426213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5" name="Google Shape;295;p7"/>
          <p:cNvSpPr/>
          <p:nvPr/>
        </p:nvSpPr>
        <p:spPr>
          <a:xfrm flipH="1">
            <a:off x="11150578" y="5280138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6" name="Google Shape;296;p7"/>
          <p:cNvSpPr/>
          <p:nvPr/>
        </p:nvSpPr>
        <p:spPr>
          <a:xfrm flipH="1">
            <a:off x="11149222" y="1044363"/>
            <a:ext cx="10614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7" name="Google Shape;297;p7"/>
          <p:cNvSpPr/>
          <p:nvPr/>
        </p:nvSpPr>
        <p:spPr>
          <a:xfrm rot="10800000">
            <a:off x="11680060" y="1044435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7"/>
          <p:cNvSpPr/>
          <p:nvPr/>
        </p:nvSpPr>
        <p:spPr>
          <a:xfrm flipH="1">
            <a:off x="1055012" y="-27948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7"/>
          <p:cNvSpPr/>
          <p:nvPr/>
        </p:nvSpPr>
        <p:spPr>
          <a:xfrm flipH="1">
            <a:off x="6105" y="511525"/>
            <a:ext cx="1059559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7"/>
          <p:cNvSpPr/>
          <p:nvPr/>
        </p:nvSpPr>
        <p:spPr>
          <a:xfrm flipH="1">
            <a:off x="6169" y="2629420"/>
            <a:ext cx="1059567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7"/>
          <p:cNvSpPr/>
          <p:nvPr/>
        </p:nvSpPr>
        <p:spPr>
          <a:xfrm flipH="1">
            <a:off x="6244" y="4747310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7"/>
          <p:cNvSpPr/>
          <p:nvPr/>
        </p:nvSpPr>
        <p:spPr>
          <a:xfrm flipH="1">
            <a:off x="6137" y="1570469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7"/>
          <p:cNvSpPr/>
          <p:nvPr/>
        </p:nvSpPr>
        <p:spPr>
          <a:xfrm flipH="1">
            <a:off x="6212" y="3688364"/>
            <a:ext cx="1059559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7"/>
          <p:cNvSpPr/>
          <p:nvPr/>
        </p:nvSpPr>
        <p:spPr>
          <a:xfrm flipH="1">
            <a:off x="6275" y="5806260"/>
            <a:ext cx="1059566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7"/>
          <p:cNvSpPr/>
          <p:nvPr/>
        </p:nvSpPr>
        <p:spPr>
          <a:xfrm flipH="1">
            <a:off x="525558" y="-27948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7"/>
          <p:cNvSpPr/>
          <p:nvPr/>
        </p:nvSpPr>
        <p:spPr>
          <a:xfrm flipH="1">
            <a:off x="6116" y="1040996"/>
            <a:ext cx="10595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7"/>
          <p:cNvSpPr/>
          <p:nvPr/>
        </p:nvSpPr>
        <p:spPr>
          <a:xfrm flipH="1">
            <a:off x="6190" y="3158893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7"/>
          <p:cNvSpPr/>
          <p:nvPr/>
        </p:nvSpPr>
        <p:spPr>
          <a:xfrm flipH="1">
            <a:off x="6254" y="5276787"/>
            <a:ext cx="1059569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7"/>
          <p:cNvSpPr/>
          <p:nvPr/>
        </p:nvSpPr>
        <p:spPr>
          <a:xfrm flipH="1">
            <a:off x="6158" y="2099948"/>
            <a:ext cx="1059559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7"/>
          <p:cNvSpPr/>
          <p:nvPr/>
        </p:nvSpPr>
        <p:spPr>
          <a:xfrm flipH="1">
            <a:off x="6222" y="4217837"/>
            <a:ext cx="1059566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7"/>
          <p:cNvSpPr/>
          <p:nvPr/>
        </p:nvSpPr>
        <p:spPr>
          <a:xfrm flipH="1">
            <a:off x="6297" y="6335733"/>
            <a:ext cx="1059562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7"/>
          <p:cNvSpPr/>
          <p:nvPr/>
        </p:nvSpPr>
        <p:spPr>
          <a:xfrm rot="5400000" flipH="1">
            <a:off x="266253" y="253713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3" name="Google Shape;313;p7"/>
          <p:cNvSpPr/>
          <p:nvPr/>
        </p:nvSpPr>
        <p:spPr>
          <a:xfrm rot="5400000">
            <a:off x="273561" y="779743"/>
            <a:ext cx="10668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4" name="Google Shape;314;p7"/>
          <p:cNvSpPr/>
          <p:nvPr/>
        </p:nvSpPr>
        <p:spPr>
          <a:xfrm rot="10800000">
            <a:off x="544532" y="50874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541936" y="5276780"/>
            <a:ext cx="528900" cy="1583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6" name="Google Shape;316;p7"/>
          <p:cNvSpPr/>
          <p:nvPr/>
        </p:nvSpPr>
        <p:spPr>
          <a:xfrm flipH="1">
            <a:off x="14936" y="2105275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7" name="Google Shape;317;p7"/>
          <p:cNvSpPr/>
          <p:nvPr/>
        </p:nvSpPr>
        <p:spPr>
          <a:xfrm flipH="1">
            <a:off x="541186" y="4218938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8"/>
          <p:cNvSpPr txBox="1">
            <a:spLocks noGrp="1"/>
          </p:cNvSpPr>
          <p:nvPr>
            <p:ph type="title"/>
          </p:nvPr>
        </p:nvSpPr>
        <p:spPr>
          <a:xfrm>
            <a:off x="487238" y="679750"/>
            <a:ext cx="10145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8"/>
          <p:cNvSpPr txBox="1">
            <a:spLocks noGrp="1"/>
          </p:cNvSpPr>
          <p:nvPr>
            <p:ph type="body" idx="1"/>
          </p:nvPr>
        </p:nvSpPr>
        <p:spPr>
          <a:xfrm>
            <a:off x="487238" y="1623014"/>
            <a:ext cx="4762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21" name="Google Shape;321;p8"/>
          <p:cNvSpPr txBox="1">
            <a:spLocks noGrp="1"/>
          </p:cNvSpPr>
          <p:nvPr>
            <p:ph type="body" idx="2"/>
          </p:nvPr>
        </p:nvSpPr>
        <p:spPr>
          <a:xfrm>
            <a:off x="5870213" y="1623014"/>
            <a:ext cx="4762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22" name="Google Shape;322;p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3" name="Google Shape;323;p8"/>
          <p:cNvSpPr/>
          <p:nvPr/>
        </p:nvSpPr>
        <p:spPr>
          <a:xfrm>
            <a:off x="11138565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8"/>
          <p:cNvSpPr/>
          <p:nvPr/>
        </p:nvSpPr>
        <p:spPr>
          <a:xfrm flipH="1">
            <a:off x="11131050" y="511400"/>
            <a:ext cx="1059559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8"/>
          <p:cNvSpPr/>
          <p:nvPr/>
        </p:nvSpPr>
        <p:spPr>
          <a:xfrm flipH="1">
            <a:off x="11131114" y="2629295"/>
            <a:ext cx="1059567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8"/>
          <p:cNvSpPr/>
          <p:nvPr/>
        </p:nvSpPr>
        <p:spPr>
          <a:xfrm flipH="1">
            <a:off x="11131188" y="4747185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8"/>
          <p:cNvSpPr/>
          <p:nvPr/>
        </p:nvSpPr>
        <p:spPr>
          <a:xfrm flipH="1">
            <a:off x="11131081" y="1570344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8"/>
          <p:cNvSpPr/>
          <p:nvPr/>
        </p:nvSpPr>
        <p:spPr>
          <a:xfrm flipH="1">
            <a:off x="11131156" y="3688239"/>
            <a:ext cx="1059559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8"/>
          <p:cNvSpPr/>
          <p:nvPr/>
        </p:nvSpPr>
        <p:spPr>
          <a:xfrm flipH="1">
            <a:off x="11131220" y="5806135"/>
            <a:ext cx="1059566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8"/>
          <p:cNvSpPr/>
          <p:nvPr/>
        </p:nvSpPr>
        <p:spPr>
          <a:xfrm flipH="1">
            <a:off x="11650503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8"/>
          <p:cNvSpPr/>
          <p:nvPr/>
        </p:nvSpPr>
        <p:spPr>
          <a:xfrm flipH="1">
            <a:off x="11131060" y="1040871"/>
            <a:ext cx="10595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8"/>
          <p:cNvSpPr/>
          <p:nvPr/>
        </p:nvSpPr>
        <p:spPr>
          <a:xfrm flipH="1">
            <a:off x="11131135" y="3158768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8"/>
          <p:cNvSpPr/>
          <p:nvPr/>
        </p:nvSpPr>
        <p:spPr>
          <a:xfrm flipH="1">
            <a:off x="11131199" y="5276662"/>
            <a:ext cx="1059569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8"/>
          <p:cNvSpPr/>
          <p:nvPr/>
        </p:nvSpPr>
        <p:spPr>
          <a:xfrm flipH="1">
            <a:off x="11131103" y="2099823"/>
            <a:ext cx="1059559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8"/>
          <p:cNvSpPr/>
          <p:nvPr/>
        </p:nvSpPr>
        <p:spPr>
          <a:xfrm flipH="1">
            <a:off x="11131167" y="4217712"/>
            <a:ext cx="1059566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8"/>
          <p:cNvSpPr/>
          <p:nvPr/>
        </p:nvSpPr>
        <p:spPr>
          <a:xfrm flipH="1">
            <a:off x="11131241" y="6335608"/>
            <a:ext cx="1059562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8"/>
          <p:cNvSpPr/>
          <p:nvPr/>
        </p:nvSpPr>
        <p:spPr>
          <a:xfrm rot="5400000" flipH="1">
            <a:off x="11391198" y="253588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8" name="Google Shape;338;p8"/>
          <p:cNvSpPr/>
          <p:nvPr/>
        </p:nvSpPr>
        <p:spPr>
          <a:xfrm rot="5400000">
            <a:off x="11398505" y="779618"/>
            <a:ext cx="10668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9" name="Google Shape;339;p8"/>
          <p:cNvSpPr/>
          <p:nvPr/>
        </p:nvSpPr>
        <p:spPr>
          <a:xfrm rot="10800000">
            <a:off x="11669476" y="508619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11666880" y="5276655"/>
            <a:ext cx="528900" cy="1583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1" name="Google Shape;341;p8"/>
          <p:cNvSpPr/>
          <p:nvPr/>
        </p:nvSpPr>
        <p:spPr>
          <a:xfrm flipH="1">
            <a:off x="11139880" y="210515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2" name="Google Shape;342;p8"/>
          <p:cNvSpPr/>
          <p:nvPr/>
        </p:nvSpPr>
        <p:spPr>
          <a:xfrm flipH="1">
            <a:off x="11666130" y="4218813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TWO_COLUMNS_1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oogle Shape;344;p9"/>
          <p:cNvGrpSpPr/>
          <p:nvPr/>
        </p:nvGrpSpPr>
        <p:grpSpPr>
          <a:xfrm>
            <a:off x="-25943" y="-27948"/>
            <a:ext cx="12217854" cy="6914131"/>
            <a:chOff x="-25943" y="-27948"/>
            <a:chExt cx="12217854" cy="6914131"/>
          </a:xfrm>
        </p:grpSpPr>
        <p:grpSp>
          <p:nvGrpSpPr>
            <p:cNvPr id="345" name="Google Shape;345;p9"/>
            <p:cNvGrpSpPr/>
            <p:nvPr/>
          </p:nvGrpSpPr>
          <p:grpSpPr>
            <a:xfrm>
              <a:off x="5816035" y="-27948"/>
              <a:ext cx="6375876" cy="6911067"/>
              <a:chOff x="3744151" y="3553"/>
              <a:chExt cx="4037153" cy="4376032"/>
            </a:xfrm>
          </p:grpSpPr>
          <p:sp>
            <p:nvSpPr>
              <p:cNvPr id="346" name="Google Shape;346;p9"/>
              <p:cNvSpPr/>
              <p:nvPr/>
            </p:nvSpPr>
            <p:spPr>
              <a:xfrm>
                <a:off x="3746964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9"/>
              <p:cNvSpPr/>
              <p:nvPr/>
            </p:nvSpPr>
            <p:spPr>
              <a:xfrm>
                <a:off x="3744887" y="345147"/>
                <a:ext cx="4036417" cy="4993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3" extrusionOk="0">
                    <a:moveTo>
                      <a:pt x="4036418" y="4994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9"/>
              <p:cNvSpPr/>
              <p:nvPr/>
            </p:nvSpPr>
            <p:spPr>
              <a:xfrm>
                <a:off x="5088007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9"/>
              <p:cNvSpPr/>
              <p:nvPr/>
            </p:nvSpPr>
            <p:spPr>
              <a:xfrm>
                <a:off x="3744616" y="1686181"/>
                <a:ext cx="4036446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46" h="4991" extrusionOk="0">
                    <a:moveTo>
                      <a:pt x="4036446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9"/>
              <p:cNvSpPr/>
              <p:nvPr/>
            </p:nvSpPr>
            <p:spPr>
              <a:xfrm>
                <a:off x="6429029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9"/>
              <p:cNvSpPr/>
              <p:nvPr/>
            </p:nvSpPr>
            <p:spPr>
              <a:xfrm>
                <a:off x="3744349" y="3027212"/>
                <a:ext cx="4036429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29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9"/>
              <p:cNvSpPr/>
              <p:nvPr/>
            </p:nvSpPr>
            <p:spPr>
              <a:xfrm>
                <a:off x="4417475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9"/>
              <p:cNvSpPr/>
              <p:nvPr/>
            </p:nvSpPr>
            <p:spPr>
              <a:xfrm>
                <a:off x="3744754" y="1015662"/>
                <a:ext cx="4036430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30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9"/>
              <p:cNvSpPr/>
              <p:nvPr/>
            </p:nvSpPr>
            <p:spPr>
              <a:xfrm>
                <a:off x="5758498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9"/>
              <p:cNvSpPr/>
              <p:nvPr/>
            </p:nvSpPr>
            <p:spPr>
              <a:xfrm>
                <a:off x="3744483" y="2356696"/>
                <a:ext cx="4036417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5" extrusionOk="0">
                    <a:moveTo>
                      <a:pt x="4036418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9"/>
              <p:cNvSpPr/>
              <p:nvPr/>
            </p:nvSpPr>
            <p:spPr>
              <a:xfrm>
                <a:off x="7099561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9"/>
              <p:cNvSpPr/>
              <p:nvPr/>
            </p:nvSpPr>
            <p:spPr>
              <a:xfrm>
                <a:off x="3744216" y="3697731"/>
                <a:ext cx="4036442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42" h="4991" extrusionOk="0">
                    <a:moveTo>
                      <a:pt x="4036442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9"/>
              <p:cNvSpPr/>
              <p:nvPr/>
            </p:nvSpPr>
            <p:spPr>
              <a:xfrm>
                <a:off x="4082210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9"/>
              <p:cNvSpPr/>
              <p:nvPr/>
            </p:nvSpPr>
            <p:spPr>
              <a:xfrm>
                <a:off x="3744819" y="680404"/>
                <a:ext cx="4036445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45" h="4995" extrusionOk="0">
                    <a:moveTo>
                      <a:pt x="4036446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9"/>
              <p:cNvSpPr/>
              <p:nvPr/>
            </p:nvSpPr>
            <p:spPr>
              <a:xfrm>
                <a:off x="5423272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9"/>
              <p:cNvSpPr/>
              <p:nvPr/>
            </p:nvSpPr>
            <p:spPr>
              <a:xfrm>
                <a:off x="3744551" y="2021439"/>
                <a:ext cx="4036430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30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9"/>
              <p:cNvSpPr/>
              <p:nvPr/>
            </p:nvSpPr>
            <p:spPr>
              <a:xfrm>
                <a:off x="6764295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9"/>
              <p:cNvSpPr/>
              <p:nvPr/>
            </p:nvSpPr>
            <p:spPr>
              <a:xfrm>
                <a:off x="3744284" y="3362473"/>
                <a:ext cx="4036454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54" h="4991" extrusionOk="0">
                    <a:moveTo>
                      <a:pt x="4036455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9"/>
              <p:cNvSpPr/>
              <p:nvPr/>
            </p:nvSpPr>
            <p:spPr>
              <a:xfrm>
                <a:off x="4752741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9"/>
              <p:cNvSpPr/>
              <p:nvPr/>
            </p:nvSpPr>
            <p:spPr>
              <a:xfrm>
                <a:off x="3744685" y="1350924"/>
                <a:ext cx="4036417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1" extrusionOk="0">
                    <a:moveTo>
                      <a:pt x="4036418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9"/>
              <p:cNvSpPr/>
              <p:nvPr/>
            </p:nvSpPr>
            <p:spPr>
              <a:xfrm>
                <a:off x="6093763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9"/>
              <p:cNvSpPr/>
              <p:nvPr/>
            </p:nvSpPr>
            <p:spPr>
              <a:xfrm>
                <a:off x="3744418" y="2691954"/>
                <a:ext cx="4036441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41" h="4995" extrusionOk="0">
                    <a:moveTo>
                      <a:pt x="4036442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9"/>
              <p:cNvSpPr/>
              <p:nvPr/>
            </p:nvSpPr>
            <p:spPr>
              <a:xfrm>
                <a:off x="7434826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9"/>
              <p:cNvSpPr/>
              <p:nvPr/>
            </p:nvSpPr>
            <p:spPr>
              <a:xfrm>
                <a:off x="3744151" y="4032989"/>
                <a:ext cx="4036426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26" h="4995" extrusionOk="0">
                    <a:moveTo>
                      <a:pt x="4036426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0" name="Google Shape;370;p9"/>
            <p:cNvSpPr/>
            <p:nvPr/>
          </p:nvSpPr>
          <p:spPr>
            <a:xfrm>
              <a:off x="1061" y="511525"/>
              <a:ext cx="5812440" cy="7889"/>
            </a:xfrm>
            <a:custGeom>
              <a:avLst/>
              <a:gdLst/>
              <a:ahLst/>
              <a:cxnLst/>
              <a:rect l="l" t="t" r="r" b="b"/>
              <a:pathLst>
                <a:path w="4036417" h="4993" extrusionOk="0">
                  <a:moveTo>
                    <a:pt x="4036418" y="4994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9"/>
            <p:cNvSpPr/>
            <p:nvPr/>
          </p:nvSpPr>
          <p:spPr>
            <a:xfrm>
              <a:off x="1562512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9"/>
            <p:cNvSpPr/>
            <p:nvPr/>
          </p:nvSpPr>
          <p:spPr>
            <a:xfrm>
              <a:off x="671" y="2629421"/>
              <a:ext cx="5812482" cy="7886"/>
            </a:xfrm>
            <a:custGeom>
              <a:avLst/>
              <a:gdLst/>
              <a:ahLst/>
              <a:cxnLst/>
              <a:rect l="l" t="t" r="r" b="b"/>
              <a:pathLst>
                <a:path w="4036446" h="4991" extrusionOk="0">
                  <a:moveTo>
                    <a:pt x="4036446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9"/>
            <p:cNvSpPr/>
            <p:nvPr/>
          </p:nvSpPr>
          <p:spPr>
            <a:xfrm>
              <a:off x="3680388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9"/>
            <p:cNvSpPr/>
            <p:nvPr/>
          </p:nvSpPr>
          <p:spPr>
            <a:xfrm>
              <a:off x="286" y="4747312"/>
              <a:ext cx="5812458" cy="7892"/>
            </a:xfrm>
            <a:custGeom>
              <a:avLst/>
              <a:gdLst/>
              <a:ahLst/>
              <a:cxnLst/>
              <a:rect l="l" t="t" r="r" b="b"/>
              <a:pathLst>
                <a:path w="4036429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9"/>
            <p:cNvSpPr/>
            <p:nvPr/>
          </p:nvSpPr>
          <p:spPr>
            <a:xfrm>
              <a:off x="503541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9"/>
            <p:cNvSpPr/>
            <p:nvPr/>
          </p:nvSpPr>
          <p:spPr>
            <a:xfrm>
              <a:off x="870" y="1570470"/>
              <a:ext cx="5812459" cy="7892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9"/>
            <p:cNvSpPr/>
            <p:nvPr/>
          </p:nvSpPr>
          <p:spPr>
            <a:xfrm>
              <a:off x="2621418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9"/>
            <p:cNvSpPr/>
            <p:nvPr/>
          </p:nvSpPr>
          <p:spPr>
            <a:xfrm>
              <a:off x="479" y="3688366"/>
              <a:ext cx="5812440" cy="7892"/>
            </a:xfrm>
            <a:custGeom>
              <a:avLst/>
              <a:gdLst/>
              <a:ahLst/>
              <a:cxnLst/>
              <a:rect l="l" t="t" r="r" b="b"/>
              <a:pathLst>
                <a:path w="4036417" h="4995" extrusionOk="0">
                  <a:moveTo>
                    <a:pt x="4036418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9"/>
            <p:cNvSpPr/>
            <p:nvPr/>
          </p:nvSpPr>
          <p:spPr>
            <a:xfrm>
              <a:off x="4739359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9"/>
            <p:cNvSpPr/>
            <p:nvPr/>
          </p:nvSpPr>
          <p:spPr>
            <a:xfrm>
              <a:off x="95" y="5806263"/>
              <a:ext cx="5812476" cy="7886"/>
            </a:xfrm>
            <a:custGeom>
              <a:avLst/>
              <a:gdLst/>
              <a:ahLst/>
              <a:cxnLst/>
              <a:rect l="l" t="t" r="r" b="b"/>
              <a:pathLst>
                <a:path w="4036442" h="4991" extrusionOk="0">
                  <a:moveTo>
                    <a:pt x="4036442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9"/>
            <p:cNvSpPr/>
            <p:nvPr/>
          </p:nvSpPr>
          <p:spPr>
            <a:xfrm>
              <a:off x="-25943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9"/>
            <p:cNvSpPr/>
            <p:nvPr/>
          </p:nvSpPr>
          <p:spPr>
            <a:xfrm>
              <a:off x="963" y="1040997"/>
              <a:ext cx="5812481" cy="7892"/>
            </a:xfrm>
            <a:custGeom>
              <a:avLst/>
              <a:gdLst/>
              <a:ahLst/>
              <a:cxnLst/>
              <a:rect l="l" t="t" r="r" b="b"/>
              <a:pathLst>
                <a:path w="4036445" h="4995" extrusionOk="0">
                  <a:moveTo>
                    <a:pt x="403644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9"/>
            <p:cNvSpPr/>
            <p:nvPr/>
          </p:nvSpPr>
          <p:spPr>
            <a:xfrm>
              <a:off x="2091996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9"/>
            <p:cNvSpPr/>
            <p:nvPr/>
          </p:nvSpPr>
          <p:spPr>
            <a:xfrm>
              <a:off x="577" y="3158894"/>
              <a:ext cx="5812459" cy="7892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9"/>
            <p:cNvSpPr/>
            <p:nvPr/>
          </p:nvSpPr>
          <p:spPr>
            <a:xfrm>
              <a:off x="4209874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9"/>
            <p:cNvSpPr/>
            <p:nvPr/>
          </p:nvSpPr>
          <p:spPr>
            <a:xfrm>
              <a:off x="193" y="5276790"/>
              <a:ext cx="5812494" cy="7886"/>
            </a:xfrm>
            <a:custGeom>
              <a:avLst/>
              <a:gdLst/>
              <a:ahLst/>
              <a:cxnLst/>
              <a:rect l="l" t="t" r="r" b="b"/>
              <a:pathLst>
                <a:path w="4036454" h="4991" extrusionOk="0">
                  <a:moveTo>
                    <a:pt x="4036455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9"/>
            <p:cNvSpPr/>
            <p:nvPr/>
          </p:nvSpPr>
          <p:spPr>
            <a:xfrm>
              <a:off x="1033026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9"/>
            <p:cNvSpPr/>
            <p:nvPr/>
          </p:nvSpPr>
          <p:spPr>
            <a:xfrm>
              <a:off x="770" y="2099949"/>
              <a:ext cx="5812440" cy="7886"/>
            </a:xfrm>
            <a:custGeom>
              <a:avLst/>
              <a:gdLst/>
              <a:ahLst/>
              <a:cxnLst/>
              <a:rect l="l" t="t" r="r" b="b"/>
              <a:pathLst>
                <a:path w="4036417" h="4991" extrusionOk="0">
                  <a:moveTo>
                    <a:pt x="4036418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9"/>
            <p:cNvSpPr/>
            <p:nvPr/>
          </p:nvSpPr>
          <p:spPr>
            <a:xfrm>
              <a:off x="3150902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9"/>
            <p:cNvSpPr/>
            <p:nvPr/>
          </p:nvSpPr>
          <p:spPr>
            <a:xfrm>
              <a:off x="386" y="4217839"/>
              <a:ext cx="5812475" cy="7892"/>
            </a:xfrm>
            <a:custGeom>
              <a:avLst/>
              <a:gdLst/>
              <a:ahLst/>
              <a:cxnLst/>
              <a:rect l="l" t="t" r="r" b="b"/>
              <a:pathLst>
                <a:path w="4036441" h="4995" extrusionOk="0">
                  <a:moveTo>
                    <a:pt x="4036442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9"/>
            <p:cNvSpPr/>
            <p:nvPr/>
          </p:nvSpPr>
          <p:spPr>
            <a:xfrm>
              <a:off x="5268843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9"/>
            <p:cNvSpPr/>
            <p:nvPr/>
          </p:nvSpPr>
          <p:spPr>
            <a:xfrm>
              <a:off x="1" y="6335736"/>
              <a:ext cx="5812453" cy="7892"/>
            </a:xfrm>
            <a:custGeom>
              <a:avLst/>
              <a:gdLst/>
              <a:ahLst/>
              <a:cxnLst/>
              <a:rect l="l" t="t" r="r" b="b"/>
              <a:pathLst>
                <a:path w="4036426" h="4995" extrusionOk="0">
                  <a:moveTo>
                    <a:pt x="403642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3" name="Google Shape;393;p9"/>
          <p:cNvSpPr/>
          <p:nvPr/>
        </p:nvSpPr>
        <p:spPr>
          <a:xfrm rot="5400000" flipH="1">
            <a:off x="266253" y="253713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4" name="Google Shape;394;p9"/>
          <p:cNvSpPr/>
          <p:nvPr/>
        </p:nvSpPr>
        <p:spPr>
          <a:xfrm rot="5400000">
            <a:off x="273561" y="779743"/>
            <a:ext cx="10668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5" name="Google Shape;395;p9"/>
          <p:cNvSpPr/>
          <p:nvPr/>
        </p:nvSpPr>
        <p:spPr>
          <a:xfrm rot="10800000">
            <a:off x="544532" y="50874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9"/>
          <p:cNvSpPr/>
          <p:nvPr/>
        </p:nvSpPr>
        <p:spPr>
          <a:xfrm rot="-5400000">
            <a:off x="11396850" y="253713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11646668" y="157835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8" name="Google Shape;398;p9"/>
          <p:cNvSpPr txBox="1">
            <a:spLocks noGrp="1"/>
          </p:cNvSpPr>
          <p:nvPr>
            <p:ph type="title"/>
          </p:nvPr>
        </p:nvSpPr>
        <p:spPr>
          <a:xfrm>
            <a:off x="766950" y="679800"/>
            <a:ext cx="10658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9"/>
          <p:cNvSpPr txBox="1">
            <a:spLocks noGrp="1"/>
          </p:cNvSpPr>
          <p:nvPr>
            <p:ph type="body" idx="1"/>
          </p:nvPr>
        </p:nvSpPr>
        <p:spPr>
          <a:xfrm>
            <a:off x="934500" y="3451362"/>
            <a:ext cx="31473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00" name="Google Shape;400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1" name="Google Shape;401;p9"/>
          <p:cNvSpPr txBox="1">
            <a:spLocks noGrp="1"/>
          </p:cNvSpPr>
          <p:nvPr>
            <p:ph type="subTitle" idx="2"/>
          </p:nvPr>
        </p:nvSpPr>
        <p:spPr>
          <a:xfrm>
            <a:off x="934500" y="1924277"/>
            <a:ext cx="3147300" cy="152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02" name="Google Shape;402;p9"/>
          <p:cNvSpPr txBox="1">
            <a:spLocks noGrp="1"/>
          </p:cNvSpPr>
          <p:nvPr>
            <p:ph type="body" idx="3"/>
          </p:nvPr>
        </p:nvSpPr>
        <p:spPr>
          <a:xfrm>
            <a:off x="4522350" y="3451375"/>
            <a:ext cx="31473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03" name="Google Shape;403;p9"/>
          <p:cNvSpPr txBox="1">
            <a:spLocks noGrp="1"/>
          </p:cNvSpPr>
          <p:nvPr>
            <p:ph type="subTitle" idx="4"/>
          </p:nvPr>
        </p:nvSpPr>
        <p:spPr>
          <a:xfrm>
            <a:off x="4522350" y="1924289"/>
            <a:ext cx="3147300" cy="152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04" name="Google Shape;404;p9"/>
          <p:cNvSpPr txBox="1">
            <a:spLocks noGrp="1"/>
          </p:cNvSpPr>
          <p:nvPr>
            <p:ph type="body" idx="5"/>
          </p:nvPr>
        </p:nvSpPr>
        <p:spPr>
          <a:xfrm>
            <a:off x="8110200" y="3451362"/>
            <a:ext cx="31473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05" name="Google Shape;405;p9"/>
          <p:cNvSpPr txBox="1">
            <a:spLocks noGrp="1"/>
          </p:cNvSpPr>
          <p:nvPr>
            <p:ph type="subTitle" idx="6"/>
          </p:nvPr>
        </p:nvSpPr>
        <p:spPr>
          <a:xfrm>
            <a:off x="8110200" y="1924277"/>
            <a:ext cx="3147300" cy="152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TITLE_AND_TWO_COLUMNS_1_1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oogle Shape;407;p10"/>
          <p:cNvGrpSpPr/>
          <p:nvPr/>
        </p:nvGrpSpPr>
        <p:grpSpPr>
          <a:xfrm>
            <a:off x="-25943" y="-27948"/>
            <a:ext cx="12217854" cy="6914131"/>
            <a:chOff x="-25943" y="-27948"/>
            <a:chExt cx="12217854" cy="6914131"/>
          </a:xfrm>
        </p:grpSpPr>
        <p:grpSp>
          <p:nvGrpSpPr>
            <p:cNvPr id="408" name="Google Shape;408;p10"/>
            <p:cNvGrpSpPr/>
            <p:nvPr/>
          </p:nvGrpSpPr>
          <p:grpSpPr>
            <a:xfrm>
              <a:off x="5816035" y="-27948"/>
              <a:ext cx="6375876" cy="6911067"/>
              <a:chOff x="3744151" y="3553"/>
              <a:chExt cx="4037153" cy="4376032"/>
            </a:xfrm>
          </p:grpSpPr>
          <p:sp>
            <p:nvSpPr>
              <p:cNvPr id="409" name="Google Shape;409;p10"/>
              <p:cNvSpPr/>
              <p:nvPr/>
            </p:nvSpPr>
            <p:spPr>
              <a:xfrm>
                <a:off x="3746964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10"/>
              <p:cNvSpPr/>
              <p:nvPr/>
            </p:nvSpPr>
            <p:spPr>
              <a:xfrm>
                <a:off x="3744887" y="345147"/>
                <a:ext cx="4036417" cy="4993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3" extrusionOk="0">
                    <a:moveTo>
                      <a:pt x="4036418" y="4994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10"/>
              <p:cNvSpPr/>
              <p:nvPr/>
            </p:nvSpPr>
            <p:spPr>
              <a:xfrm>
                <a:off x="5088007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10"/>
              <p:cNvSpPr/>
              <p:nvPr/>
            </p:nvSpPr>
            <p:spPr>
              <a:xfrm>
                <a:off x="3744616" y="1686181"/>
                <a:ext cx="4036446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46" h="4991" extrusionOk="0">
                    <a:moveTo>
                      <a:pt x="4036446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10"/>
              <p:cNvSpPr/>
              <p:nvPr/>
            </p:nvSpPr>
            <p:spPr>
              <a:xfrm>
                <a:off x="6429029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10"/>
              <p:cNvSpPr/>
              <p:nvPr/>
            </p:nvSpPr>
            <p:spPr>
              <a:xfrm>
                <a:off x="3744349" y="3027212"/>
                <a:ext cx="4036429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29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10"/>
              <p:cNvSpPr/>
              <p:nvPr/>
            </p:nvSpPr>
            <p:spPr>
              <a:xfrm>
                <a:off x="4417475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10"/>
              <p:cNvSpPr/>
              <p:nvPr/>
            </p:nvSpPr>
            <p:spPr>
              <a:xfrm>
                <a:off x="3744754" y="1015662"/>
                <a:ext cx="4036430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30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10"/>
              <p:cNvSpPr/>
              <p:nvPr/>
            </p:nvSpPr>
            <p:spPr>
              <a:xfrm>
                <a:off x="5758498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10"/>
              <p:cNvSpPr/>
              <p:nvPr/>
            </p:nvSpPr>
            <p:spPr>
              <a:xfrm>
                <a:off x="3744483" y="2356696"/>
                <a:ext cx="4036417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5" extrusionOk="0">
                    <a:moveTo>
                      <a:pt x="4036418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10"/>
              <p:cNvSpPr/>
              <p:nvPr/>
            </p:nvSpPr>
            <p:spPr>
              <a:xfrm>
                <a:off x="7099561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10"/>
              <p:cNvSpPr/>
              <p:nvPr/>
            </p:nvSpPr>
            <p:spPr>
              <a:xfrm>
                <a:off x="3744216" y="3697731"/>
                <a:ext cx="4036442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42" h="4991" extrusionOk="0">
                    <a:moveTo>
                      <a:pt x="4036442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10"/>
              <p:cNvSpPr/>
              <p:nvPr/>
            </p:nvSpPr>
            <p:spPr>
              <a:xfrm>
                <a:off x="4082210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10"/>
              <p:cNvSpPr/>
              <p:nvPr/>
            </p:nvSpPr>
            <p:spPr>
              <a:xfrm>
                <a:off x="3744819" y="680404"/>
                <a:ext cx="4036445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45" h="4995" extrusionOk="0">
                    <a:moveTo>
                      <a:pt x="4036446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10"/>
              <p:cNvSpPr/>
              <p:nvPr/>
            </p:nvSpPr>
            <p:spPr>
              <a:xfrm>
                <a:off x="5423272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10"/>
              <p:cNvSpPr/>
              <p:nvPr/>
            </p:nvSpPr>
            <p:spPr>
              <a:xfrm>
                <a:off x="3744551" y="2021439"/>
                <a:ext cx="4036430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30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10"/>
              <p:cNvSpPr/>
              <p:nvPr/>
            </p:nvSpPr>
            <p:spPr>
              <a:xfrm>
                <a:off x="6764295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10"/>
              <p:cNvSpPr/>
              <p:nvPr/>
            </p:nvSpPr>
            <p:spPr>
              <a:xfrm>
                <a:off x="3744284" y="3362473"/>
                <a:ext cx="4036454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54" h="4991" extrusionOk="0">
                    <a:moveTo>
                      <a:pt x="4036455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10"/>
              <p:cNvSpPr/>
              <p:nvPr/>
            </p:nvSpPr>
            <p:spPr>
              <a:xfrm>
                <a:off x="4752741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10"/>
              <p:cNvSpPr/>
              <p:nvPr/>
            </p:nvSpPr>
            <p:spPr>
              <a:xfrm>
                <a:off x="3744685" y="1350924"/>
                <a:ext cx="4036417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1" extrusionOk="0">
                    <a:moveTo>
                      <a:pt x="4036418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10"/>
              <p:cNvSpPr/>
              <p:nvPr/>
            </p:nvSpPr>
            <p:spPr>
              <a:xfrm>
                <a:off x="6093763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10"/>
              <p:cNvSpPr/>
              <p:nvPr/>
            </p:nvSpPr>
            <p:spPr>
              <a:xfrm>
                <a:off x="3744418" y="2691954"/>
                <a:ext cx="4036441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41" h="4995" extrusionOk="0">
                    <a:moveTo>
                      <a:pt x="4036442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10"/>
              <p:cNvSpPr/>
              <p:nvPr/>
            </p:nvSpPr>
            <p:spPr>
              <a:xfrm>
                <a:off x="7434826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10"/>
              <p:cNvSpPr/>
              <p:nvPr/>
            </p:nvSpPr>
            <p:spPr>
              <a:xfrm>
                <a:off x="3744151" y="4032989"/>
                <a:ext cx="4036426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26" h="4995" extrusionOk="0">
                    <a:moveTo>
                      <a:pt x="4036426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3" name="Google Shape;433;p10"/>
            <p:cNvSpPr/>
            <p:nvPr/>
          </p:nvSpPr>
          <p:spPr>
            <a:xfrm>
              <a:off x="1061" y="511525"/>
              <a:ext cx="5812440" cy="7889"/>
            </a:xfrm>
            <a:custGeom>
              <a:avLst/>
              <a:gdLst/>
              <a:ahLst/>
              <a:cxnLst/>
              <a:rect l="l" t="t" r="r" b="b"/>
              <a:pathLst>
                <a:path w="4036417" h="4993" extrusionOk="0">
                  <a:moveTo>
                    <a:pt x="4036418" y="4994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0"/>
            <p:cNvSpPr/>
            <p:nvPr/>
          </p:nvSpPr>
          <p:spPr>
            <a:xfrm>
              <a:off x="1562512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10"/>
            <p:cNvSpPr/>
            <p:nvPr/>
          </p:nvSpPr>
          <p:spPr>
            <a:xfrm>
              <a:off x="671" y="2629421"/>
              <a:ext cx="5812482" cy="7886"/>
            </a:xfrm>
            <a:custGeom>
              <a:avLst/>
              <a:gdLst/>
              <a:ahLst/>
              <a:cxnLst/>
              <a:rect l="l" t="t" r="r" b="b"/>
              <a:pathLst>
                <a:path w="4036446" h="4991" extrusionOk="0">
                  <a:moveTo>
                    <a:pt x="4036446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0"/>
            <p:cNvSpPr/>
            <p:nvPr/>
          </p:nvSpPr>
          <p:spPr>
            <a:xfrm>
              <a:off x="3680388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0"/>
            <p:cNvSpPr/>
            <p:nvPr/>
          </p:nvSpPr>
          <p:spPr>
            <a:xfrm>
              <a:off x="286" y="4747312"/>
              <a:ext cx="5812458" cy="7892"/>
            </a:xfrm>
            <a:custGeom>
              <a:avLst/>
              <a:gdLst/>
              <a:ahLst/>
              <a:cxnLst/>
              <a:rect l="l" t="t" r="r" b="b"/>
              <a:pathLst>
                <a:path w="4036429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0"/>
            <p:cNvSpPr/>
            <p:nvPr/>
          </p:nvSpPr>
          <p:spPr>
            <a:xfrm>
              <a:off x="503541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10"/>
            <p:cNvSpPr/>
            <p:nvPr/>
          </p:nvSpPr>
          <p:spPr>
            <a:xfrm>
              <a:off x="870" y="1570470"/>
              <a:ext cx="5812459" cy="7892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10"/>
            <p:cNvSpPr/>
            <p:nvPr/>
          </p:nvSpPr>
          <p:spPr>
            <a:xfrm>
              <a:off x="2621418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10"/>
            <p:cNvSpPr/>
            <p:nvPr/>
          </p:nvSpPr>
          <p:spPr>
            <a:xfrm>
              <a:off x="479" y="3688366"/>
              <a:ext cx="5812440" cy="7892"/>
            </a:xfrm>
            <a:custGeom>
              <a:avLst/>
              <a:gdLst/>
              <a:ahLst/>
              <a:cxnLst/>
              <a:rect l="l" t="t" r="r" b="b"/>
              <a:pathLst>
                <a:path w="4036417" h="4995" extrusionOk="0">
                  <a:moveTo>
                    <a:pt x="4036418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10"/>
            <p:cNvSpPr/>
            <p:nvPr/>
          </p:nvSpPr>
          <p:spPr>
            <a:xfrm>
              <a:off x="4739359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0"/>
            <p:cNvSpPr/>
            <p:nvPr/>
          </p:nvSpPr>
          <p:spPr>
            <a:xfrm>
              <a:off x="95" y="5806263"/>
              <a:ext cx="5812476" cy="7886"/>
            </a:xfrm>
            <a:custGeom>
              <a:avLst/>
              <a:gdLst/>
              <a:ahLst/>
              <a:cxnLst/>
              <a:rect l="l" t="t" r="r" b="b"/>
              <a:pathLst>
                <a:path w="4036442" h="4991" extrusionOk="0">
                  <a:moveTo>
                    <a:pt x="4036442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10"/>
            <p:cNvSpPr/>
            <p:nvPr/>
          </p:nvSpPr>
          <p:spPr>
            <a:xfrm>
              <a:off x="-25943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10"/>
            <p:cNvSpPr/>
            <p:nvPr/>
          </p:nvSpPr>
          <p:spPr>
            <a:xfrm>
              <a:off x="963" y="1040997"/>
              <a:ext cx="5812481" cy="7892"/>
            </a:xfrm>
            <a:custGeom>
              <a:avLst/>
              <a:gdLst/>
              <a:ahLst/>
              <a:cxnLst/>
              <a:rect l="l" t="t" r="r" b="b"/>
              <a:pathLst>
                <a:path w="4036445" h="4995" extrusionOk="0">
                  <a:moveTo>
                    <a:pt x="403644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0"/>
            <p:cNvSpPr/>
            <p:nvPr/>
          </p:nvSpPr>
          <p:spPr>
            <a:xfrm>
              <a:off x="2091996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10"/>
            <p:cNvSpPr/>
            <p:nvPr/>
          </p:nvSpPr>
          <p:spPr>
            <a:xfrm>
              <a:off x="577" y="3158894"/>
              <a:ext cx="5812459" cy="7892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0"/>
            <p:cNvSpPr/>
            <p:nvPr/>
          </p:nvSpPr>
          <p:spPr>
            <a:xfrm>
              <a:off x="4209874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10"/>
            <p:cNvSpPr/>
            <p:nvPr/>
          </p:nvSpPr>
          <p:spPr>
            <a:xfrm>
              <a:off x="193" y="5276790"/>
              <a:ext cx="5812494" cy="7886"/>
            </a:xfrm>
            <a:custGeom>
              <a:avLst/>
              <a:gdLst/>
              <a:ahLst/>
              <a:cxnLst/>
              <a:rect l="l" t="t" r="r" b="b"/>
              <a:pathLst>
                <a:path w="4036454" h="4991" extrusionOk="0">
                  <a:moveTo>
                    <a:pt x="4036455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10"/>
            <p:cNvSpPr/>
            <p:nvPr/>
          </p:nvSpPr>
          <p:spPr>
            <a:xfrm>
              <a:off x="1033026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10"/>
            <p:cNvSpPr/>
            <p:nvPr/>
          </p:nvSpPr>
          <p:spPr>
            <a:xfrm>
              <a:off x="770" y="2099949"/>
              <a:ext cx="5812440" cy="7886"/>
            </a:xfrm>
            <a:custGeom>
              <a:avLst/>
              <a:gdLst/>
              <a:ahLst/>
              <a:cxnLst/>
              <a:rect l="l" t="t" r="r" b="b"/>
              <a:pathLst>
                <a:path w="4036417" h="4991" extrusionOk="0">
                  <a:moveTo>
                    <a:pt x="4036418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10"/>
            <p:cNvSpPr/>
            <p:nvPr/>
          </p:nvSpPr>
          <p:spPr>
            <a:xfrm>
              <a:off x="3150902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10"/>
            <p:cNvSpPr/>
            <p:nvPr/>
          </p:nvSpPr>
          <p:spPr>
            <a:xfrm>
              <a:off x="386" y="4217839"/>
              <a:ext cx="5812475" cy="7892"/>
            </a:xfrm>
            <a:custGeom>
              <a:avLst/>
              <a:gdLst/>
              <a:ahLst/>
              <a:cxnLst/>
              <a:rect l="l" t="t" r="r" b="b"/>
              <a:pathLst>
                <a:path w="4036441" h="4995" extrusionOk="0">
                  <a:moveTo>
                    <a:pt x="4036442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10"/>
            <p:cNvSpPr/>
            <p:nvPr/>
          </p:nvSpPr>
          <p:spPr>
            <a:xfrm>
              <a:off x="5268843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0"/>
            <p:cNvSpPr/>
            <p:nvPr/>
          </p:nvSpPr>
          <p:spPr>
            <a:xfrm>
              <a:off x="1" y="6335736"/>
              <a:ext cx="5812453" cy="7892"/>
            </a:xfrm>
            <a:custGeom>
              <a:avLst/>
              <a:gdLst/>
              <a:ahLst/>
              <a:cxnLst/>
              <a:rect l="l" t="t" r="r" b="b"/>
              <a:pathLst>
                <a:path w="4036426" h="4995" extrusionOk="0">
                  <a:moveTo>
                    <a:pt x="403642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6" name="Google Shape;456;p10"/>
          <p:cNvSpPr/>
          <p:nvPr/>
        </p:nvSpPr>
        <p:spPr>
          <a:xfrm>
            <a:off x="-12900" y="0"/>
            <a:ext cx="12217800" cy="544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7" name="Google Shape;457;p10"/>
          <p:cNvSpPr/>
          <p:nvPr/>
        </p:nvSpPr>
        <p:spPr>
          <a:xfrm rot="-5400000">
            <a:off x="4479785" y="6089759"/>
            <a:ext cx="10599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8" name="Google Shape;458;p10"/>
          <p:cNvSpPr/>
          <p:nvPr/>
        </p:nvSpPr>
        <p:spPr>
          <a:xfrm rot="10800000">
            <a:off x="3679865" y="5831195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9" name="Google Shape;459;p10"/>
          <p:cNvSpPr/>
          <p:nvPr/>
        </p:nvSpPr>
        <p:spPr>
          <a:xfrm rot="-5400000" flipH="1">
            <a:off x="4744497" y="5830511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0"/>
          <p:cNvSpPr/>
          <p:nvPr/>
        </p:nvSpPr>
        <p:spPr>
          <a:xfrm>
            <a:off x="536675" y="581385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1" name="Google Shape;461;p10"/>
          <p:cNvSpPr/>
          <p:nvPr/>
        </p:nvSpPr>
        <p:spPr>
          <a:xfrm rot="10800000">
            <a:off x="11131750" y="6351003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2" name="Google Shape;462;p10"/>
          <p:cNvSpPr/>
          <p:nvPr/>
        </p:nvSpPr>
        <p:spPr>
          <a:xfrm>
            <a:off x="9546625" y="5830450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3" name="Google Shape;463;p10"/>
          <p:cNvSpPr/>
          <p:nvPr/>
        </p:nvSpPr>
        <p:spPr>
          <a:xfrm rot="10800000" flipH="1">
            <a:off x="6899335" y="6355049"/>
            <a:ext cx="15897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4" name="Google Shape;464;p10"/>
          <p:cNvSpPr/>
          <p:nvPr/>
        </p:nvSpPr>
        <p:spPr>
          <a:xfrm rot="5400000" flipH="1">
            <a:off x="7690446" y="6086844"/>
            <a:ext cx="10668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5" name="Google Shape;465;p10"/>
          <p:cNvSpPr/>
          <p:nvPr/>
        </p:nvSpPr>
        <p:spPr>
          <a:xfrm flipH="1">
            <a:off x="7961417" y="6357955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0"/>
          <p:cNvSpPr/>
          <p:nvPr/>
        </p:nvSpPr>
        <p:spPr>
          <a:xfrm>
            <a:off x="1554480" y="5821350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7" name="Google Shape;467;p10"/>
          <p:cNvSpPr txBox="1">
            <a:spLocks noGrp="1"/>
          </p:cNvSpPr>
          <p:nvPr>
            <p:ph type="title"/>
          </p:nvPr>
        </p:nvSpPr>
        <p:spPr>
          <a:xfrm>
            <a:off x="507750" y="613663"/>
            <a:ext cx="111765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0"/>
          <p:cNvSpPr txBox="1">
            <a:spLocks noGrp="1"/>
          </p:cNvSpPr>
          <p:nvPr>
            <p:ph type="body" idx="1"/>
          </p:nvPr>
        </p:nvSpPr>
        <p:spPr>
          <a:xfrm>
            <a:off x="507750" y="3972503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69" name="Google Shape;469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0" name="Google Shape;470;p10"/>
          <p:cNvSpPr txBox="1">
            <a:spLocks noGrp="1"/>
          </p:cNvSpPr>
          <p:nvPr>
            <p:ph type="subTitle" idx="2"/>
          </p:nvPr>
        </p:nvSpPr>
        <p:spPr>
          <a:xfrm>
            <a:off x="507750" y="2012550"/>
            <a:ext cx="2113500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 b="1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71" name="Google Shape;471;p10"/>
          <p:cNvSpPr txBox="1">
            <a:spLocks noGrp="1"/>
          </p:cNvSpPr>
          <p:nvPr>
            <p:ph type="body" idx="3"/>
          </p:nvPr>
        </p:nvSpPr>
        <p:spPr>
          <a:xfrm>
            <a:off x="2757261" y="3972501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72" name="Google Shape;472;p10"/>
          <p:cNvSpPr txBox="1">
            <a:spLocks noGrp="1"/>
          </p:cNvSpPr>
          <p:nvPr>
            <p:ph type="subTitle" idx="4"/>
          </p:nvPr>
        </p:nvSpPr>
        <p:spPr>
          <a:xfrm>
            <a:off x="2773538" y="2012550"/>
            <a:ext cx="2113500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 b="1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73" name="Google Shape;473;p10"/>
          <p:cNvSpPr txBox="1">
            <a:spLocks noGrp="1"/>
          </p:cNvSpPr>
          <p:nvPr>
            <p:ph type="body" idx="5"/>
          </p:nvPr>
        </p:nvSpPr>
        <p:spPr>
          <a:xfrm>
            <a:off x="5006772" y="3972517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74" name="Google Shape;474;p10"/>
          <p:cNvSpPr txBox="1">
            <a:spLocks noGrp="1"/>
          </p:cNvSpPr>
          <p:nvPr>
            <p:ph type="subTitle" idx="6"/>
          </p:nvPr>
        </p:nvSpPr>
        <p:spPr>
          <a:xfrm>
            <a:off x="5039326" y="2012550"/>
            <a:ext cx="2113500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 b="1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75" name="Google Shape;475;p10"/>
          <p:cNvSpPr txBox="1">
            <a:spLocks noGrp="1"/>
          </p:cNvSpPr>
          <p:nvPr>
            <p:ph type="body" idx="7"/>
          </p:nvPr>
        </p:nvSpPr>
        <p:spPr>
          <a:xfrm>
            <a:off x="7256283" y="3972525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76" name="Google Shape;476;p10"/>
          <p:cNvSpPr txBox="1">
            <a:spLocks noGrp="1"/>
          </p:cNvSpPr>
          <p:nvPr>
            <p:ph type="subTitle" idx="8"/>
          </p:nvPr>
        </p:nvSpPr>
        <p:spPr>
          <a:xfrm>
            <a:off x="7305113" y="2012575"/>
            <a:ext cx="2113500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 b="1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77" name="Google Shape;477;p10"/>
          <p:cNvSpPr txBox="1">
            <a:spLocks noGrp="1"/>
          </p:cNvSpPr>
          <p:nvPr>
            <p:ph type="body" idx="9"/>
          </p:nvPr>
        </p:nvSpPr>
        <p:spPr>
          <a:xfrm>
            <a:off x="9505794" y="3972491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78" name="Google Shape;478;p10"/>
          <p:cNvSpPr txBox="1">
            <a:spLocks noGrp="1"/>
          </p:cNvSpPr>
          <p:nvPr>
            <p:ph type="subTitle" idx="13"/>
          </p:nvPr>
        </p:nvSpPr>
        <p:spPr>
          <a:xfrm>
            <a:off x="9570901" y="2012550"/>
            <a:ext cx="2113500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 b="1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79" name="Google Shape;479;p10"/>
          <p:cNvSpPr txBox="1">
            <a:spLocks noGrp="1"/>
          </p:cNvSpPr>
          <p:nvPr>
            <p:ph type="subTitle" idx="14"/>
          </p:nvPr>
        </p:nvSpPr>
        <p:spPr>
          <a:xfrm>
            <a:off x="507750" y="3518013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80" name="Google Shape;480;p10"/>
          <p:cNvSpPr txBox="1">
            <a:spLocks noGrp="1"/>
          </p:cNvSpPr>
          <p:nvPr>
            <p:ph type="subTitle" idx="15"/>
          </p:nvPr>
        </p:nvSpPr>
        <p:spPr>
          <a:xfrm>
            <a:off x="2757261" y="3518000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81" name="Google Shape;481;p10"/>
          <p:cNvSpPr txBox="1">
            <a:spLocks noGrp="1"/>
          </p:cNvSpPr>
          <p:nvPr>
            <p:ph type="subTitle" idx="16"/>
          </p:nvPr>
        </p:nvSpPr>
        <p:spPr>
          <a:xfrm>
            <a:off x="5006771" y="3518013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82" name="Google Shape;482;p10"/>
          <p:cNvSpPr txBox="1">
            <a:spLocks noGrp="1"/>
          </p:cNvSpPr>
          <p:nvPr>
            <p:ph type="subTitle" idx="17"/>
          </p:nvPr>
        </p:nvSpPr>
        <p:spPr>
          <a:xfrm>
            <a:off x="7256282" y="3518000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83" name="Google Shape;483;p10"/>
          <p:cNvSpPr txBox="1">
            <a:spLocks noGrp="1"/>
          </p:cNvSpPr>
          <p:nvPr>
            <p:ph type="subTitle" idx="18"/>
          </p:nvPr>
        </p:nvSpPr>
        <p:spPr>
          <a:xfrm>
            <a:off x="9505793" y="3517988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1"/>
          <p:cNvSpPr/>
          <p:nvPr/>
        </p:nvSpPr>
        <p:spPr>
          <a:xfrm flipH="1">
            <a:off x="11155186" y="511413"/>
            <a:ext cx="1059559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1"/>
          <p:cNvSpPr/>
          <p:nvPr/>
        </p:nvSpPr>
        <p:spPr>
          <a:xfrm flipH="1">
            <a:off x="11155250" y="2629307"/>
            <a:ext cx="1059567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1"/>
          <p:cNvSpPr/>
          <p:nvPr/>
        </p:nvSpPr>
        <p:spPr>
          <a:xfrm flipH="1">
            <a:off x="11155324" y="4747197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1"/>
          <p:cNvSpPr/>
          <p:nvPr/>
        </p:nvSpPr>
        <p:spPr>
          <a:xfrm flipH="1">
            <a:off x="11155217" y="1570357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1"/>
          <p:cNvSpPr/>
          <p:nvPr/>
        </p:nvSpPr>
        <p:spPr>
          <a:xfrm flipH="1">
            <a:off x="11680064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1"/>
          <p:cNvSpPr/>
          <p:nvPr/>
        </p:nvSpPr>
        <p:spPr>
          <a:xfrm flipH="1">
            <a:off x="11155292" y="3688251"/>
            <a:ext cx="1059559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1"/>
          <p:cNvSpPr/>
          <p:nvPr/>
        </p:nvSpPr>
        <p:spPr>
          <a:xfrm flipH="1">
            <a:off x="11155356" y="5806148"/>
            <a:ext cx="1059566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1"/>
          <p:cNvSpPr/>
          <p:nvPr/>
        </p:nvSpPr>
        <p:spPr>
          <a:xfrm flipH="1">
            <a:off x="11155196" y="1040884"/>
            <a:ext cx="10595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1"/>
          <p:cNvSpPr/>
          <p:nvPr/>
        </p:nvSpPr>
        <p:spPr>
          <a:xfrm flipH="1">
            <a:off x="12209487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1"/>
          <p:cNvSpPr/>
          <p:nvPr/>
        </p:nvSpPr>
        <p:spPr>
          <a:xfrm flipH="1">
            <a:off x="11155271" y="3158780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1"/>
          <p:cNvSpPr/>
          <p:nvPr/>
        </p:nvSpPr>
        <p:spPr>
          <a:xfrm flipH="1">
            <a:off x="11155335" y="5276675"/>
            <a:ext cx="1059569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1"/>
          <p:cNvSpPr/>
          <p:nvPr/>
        </p:nvSpPr>
        <p:spPr>
          <a:xfrm flipH="1">
            <a:off x="11155239" y="2099836"/>
            <a:ext cx="1059559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1"/>
          <p:cNvSpPr/>
          <p:nvPr/>
        </p:nvSpPr>
        <p:spPr>
          <a:xfrm flipH="1">
            <a:off x="11150580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1"/>
          <p:cNvSpPr/>
          <p:nvPr/>
        </p:nvSpPr>
        <p:spPr>
          <a:xfrm flipH="1">
            <a:off x="11155303" y="4217724"/>
            <a:ext cx="1059566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1"/>
          <p:cNvSpPr/>
          <p:nvPr/>
        </p:nvSpPr>
        <p:spPr>
          <a:xfrm flipH="1">
            <a:off x="11155377" y="6335620"/>
            <a:ext cx="1059562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1"/>
          <p:cNvSpPr/>
          <p:nvPr/>
        </p:nvSpPr>
        <p:spPr>
          <a:xfrm rot="-5400000" flipH="1">
            <a:off x="11149678" y="15746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1" name="Google Shape;501;p11"/>
          <p:cNvSpPr/>
          <p:nvPr/>
        </p:nvSpPr>
        <p:spPr>
          <a:xfrm rot="-5400000">
            <a:off x="11416828" y="3426213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2" name="Google Shape;502;p11"/>
          <p:cNvSpPr/>
          <p:nvPr/>
        </p:nvSpPr>
        <p:spPr>
          <a:xfrm flipH="1">
            <a:off x="11150578" y="5280138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3" name="Google Shape;503;p11"/>
          <p:cNvSpPr/>
          <p:nvPr/>
        </p:nvSpPr>
        <p:spPr>
          <a:xfrm flipH="1">
            <a:off x="11149222" y="1044363"/>
            <a:ext cx="10614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4" name="Google Shape;504;p11"/>
          <p:cNvSpPr/>
          <p:nvPr/>
        </p:nvSpPr>
        <p:spPr>
          <a:xfrm rot="10800000">
            <a:off x="11680060" y="1044435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506" name="Google Shape;506;p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2"/>
          <p:cNvSpPr txBox="1">
            <a:spLocks noGrp="1"/>
          </p:cNvSpPr>
          <p:nvPr>
            <p:ph type="title"/>
          </p:nvPr>
        </p:nvSpPr>
        <p:spPr>
          <a:xfrm>
            <a:off x="4517150" y="1600825"/>
            <a:ext cx="62235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509" name="Google Shape;509;p12"/>
          <p:cNvSpPr txBox="1">
            <a:spLocks noGrp="1"/>
          </p:cNvSpPr>
          <p:nvPr>
            <p:ph type="body" idx="1"/>
          </p:nvPr>
        </p:nvSpPr>
        <p:spPr>
          <a:xfrm>
            <a:off x="4517150" y="2886975"/>
            <a:ext cx="6223500" cy="235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41275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900"/>
            </a:lvl2pPr>
            <a:lvl3pPr marL="1371600" lvl="2" indent="-41275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900"/>
            </a:lvl3pPr>
            <a:lvl4pPr marL="1828800" lvl="3" indent="-41275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900"/>
            </a:lvl4pPr>
            <a:lvl5pPr marL="2286000" lvl="4" indent="-41275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900"/>
            </a:lvl5pPr>
            <a:lvl6pPr marL="2743200" lvl="5" indent="-41275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900"/>
            </a:lvl6pPr>
            <a:lvl7pPr marL="3200400" lvl="6" indent="-41275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900"/>
            </a:lvl7pPr>
            <a:lvl8pPr marL="3657600" lvl="7" indent="-41275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900"/>
            </a:lvl8pPr>
            <a:lvl9pPr marL="4114800" lvl="8" indent="-41275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900"/>
            </a:lvl9pPr>
          </a:lstStyle>
          <a:p>
            <a:endParaRPr/>
          </a:p>
        </p:txBody>
      </p:sp>
      <p:sp>
        <p:nvSpPr>
          <p:cNvPr id="510" name="Google Shape;510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1" name="Google Shape;511;p12"/>
          <p:cNvSpPr/>
          <p:nvPr/>
        </p:nvSpPr>
        <p:spPr>
          <a:xfrm flipH="1">
            <a:off x="4232689" y="-26535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2"/>
          <p:cNvSpPr/>
          <p:nvPr/>
        </p:nvSpPr>
        <p:spPr>
          <a:xfrm flipH="1">
            <a:off x="-5578" y="512950"/>
            <a:ext cx="4248329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2"/>
          <p:cNvSpPr/>
          <p:nvPr/>
        </p:nvSpPr>
        <p:spPr>
          <a:xfrm flipH="1">
            <a:off x="2114780" y="-26535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2"/>
          <p:cNvSpPr/>
          <p:nvPr/>
        </p:nvSpPr>
        <p:spPr>
          <a:xfrm flipH="1">
            <a:off x="-5324" y="2630846"/>
            <a:ext cx="4248359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2"/>
          <p:cNvSpPr/>
          <p:nvPr/>
        </p:nvSpPr>
        <p:spPr>
          <a:xfrm flipH="1">
            <a:off x="-3096" y="-26535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2"/>
          <p:cNvSpPr/>
          <p:nvPr/>
        </p:nvSpPr>
        <p:spPr>
          <a:xfrm flipH="1">
            <a:off x="-5025" y="4748737"/>
            <a:ext cx="4248342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2"/>
          <p:cNvSpPr/>
          <p:nvPr/>
        </p:nvSpPr>
        <p:spPr>
          <a:xfrm flipH="1">
            <a:off x="3173751" y="-26535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2"/>
          <p:cNvSpPr/>
          <p:nvPr/>
        </p:nvSpPr>
        <p:spPr>
          <a:xfrm flipH="1">
            <a:off x="-5452" y="1571895"/>
            <a:ext cx="424834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2"/>
          <p:cNvSpPr/>
          <p:nvPr/>
        </p:nvSpPr>
        <p:spPr>
          <a:xfrm flipH="1">
            <a:off x="1055874" y="-26535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2"/>
          <p:cNvSpPr/>
          <p:nvPr/>
        </p:nvSpPr>
        <p:spPr>
          <a:xfrm flipH="1">
            <a:off x="-5153" y="3689791"/>
            <a:ext cx="4248329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2"/>
          <p:cNvSpPr/>
          <p:nvPr/>
        </p:nvSpPr>
        <p:spPr>
          <a:xfrm flipH="1">
            <a:off x="-4899" y="5807688"/>
            <a:ext cx="4248355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2"/>
          <p:cNvSpPr/>
          <p:nvPr/>
        </p:nvSpPr>
        <p:spPr>
          <a:xfrm flipH="1">
            <a:off x="3703235" y="-26535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2"/>
          <p:cNvSpPr/>
          <p:nvPr/>
        </p:nvSpPr>
        <p:spPr>
          <a:xfrm flipH="1">
            <a:off x="-5536" y="1042422"/>
            <a:ext cx="4248358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2"/>
          <p:cNvSpPr/>
          <p:nvPr/>
        </p:nvSpPr>
        <p:spPr>
          <a:xfrm flipH="1">
            <a:off x="1585296" y="-26535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2"/>
          <p:cNvSpPr/>
          <p:nvPr/>
        </p:nvSpPr>
        <p:spPr>
          <a:xfrm flipH="1">
            <a:off x="-5238" y="3160319"/>
            <a:ext cx="424834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2"/>
          <p:cNvSpPr/>
          <p:nvPr/>
        </p:nvSpPr>
        <p:spPr>
          <a:xfrm flipH="1">
            <a:off x="-4983" y="5278215"/>
            <a:ext cx="4248368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2"/>
          <p:cNvSpPr/>
          <p:nvPr/>
        </p:nvSpPr>
        <p:spPr>
          <a:xfrm flipH="1">
            <a:off x="2644266" y="-26535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2"/>
          <p:cNvSpPr/>
          <p:nvPr/>
        </p:nvSpPr>
        <p:spPr>
          <a:xfrm flipH="1">
            <a:off x="-5366" y="2101374"/>
            <a:ext cx="4248329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2"/>
          <p:cNvSpPr/>
          <p:nvPr/>
        </p:nvSpPr>
        <p:spPr>
          <a:xfrm flipH="1">
            <a:off x="526390" y="-26535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2"/>
          <p:cNvSpPr/>
          <p:nvPr/>
        </p:nvSpPr>
        <p:spPr>
          <a:xfrm flipH="1">
            <a:off x="-5110" y="4219264"/>
            <a:ext cx="4248354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2"/>
          <p:cNvSpPr/>
          <p:nvPr/>
        </p:nvSpPr>
        <p:spPr>
          <a:xfrm flipH="1">
            <a:off x="-4813" y="6337161"/>
            <a:ext cx="4248338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2"/>
          <p:cNvSpPr/>
          <p:nvPr/>
        </p:nvSpPr>
        <p:spPr>
          <a:xfrm rot="-5400000" flipH="1">
            <a:off x="-1153" y="4228620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33" name="Google Shape;533;p12"/>
          <p:cNvSpPr/>
          <p:nvPr/>
        </p:nvSpPr>
        <p:spPr>
          <a:xfrm flipH="1">
            <a:off x="531335" y="520838"/>
            <a:ext cx="15897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34" name="Google Shape;534;p12"/>
          <p:cNvSpPr/>
          <p:nvPr/>
        </p:nvSpPr>
        <p:spPr>
          <a:xfrm rot="-5400000" flipH="1">
            <a:off x="263125" y="789043"/>
            <a:ext cx="10668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35" name="Google Shape;535;p12"/>
          <p:cNvSpPr/>
          <p:nvPr/>
        </p:nvSpPr>
        <p:spPr>
          <a:xfrm rot="10800000" flipH="1">
            <a:off x="528460" y="51804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2"/>
          <p:cNvSpPr/>
          <p:nvPr/>
        </p:nvSpPr>
        <p:spPr>
          <a:xfrm rot="10800000" flipH="1">
            <a:off x="2644257" y="-14555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37" name="Google Shape;537;p12"/>
          <p:cNvSpPr/>
          <p:nvPr/>
        </p:nvSpPr>
        <p:spPr>
          <a:xfrm rot="-5400000" flipH="1">
            <a:off x="3167847" y="520470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38" name="Google Shape;538;p12"/>
          <p:cNvSpPr/>
          <p:nvPr/>
        </p:nvSpPr>
        <p:spPr>
          <a:xfrm rot="10800000">
            <a:off x="3697442" y="-15253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2"/>
          <p:cNvSpPr/>
          <p:nvPr/>
        </p:nvSpPr>
        <p:spPr>
          <a:xfrm flipH="1">
            <a:off x="3698360" y="5813213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0" name="Google Shape;540;p12"/>
          <p:cNvSpPr/>
          <p:nvPr/>
        </p:nvSpPr>
        <p:spPr>
          <a:xfrm flipH="1">
            <a:off x="2645313" y="5819824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1" name="Google Shape;541;p12"/>
          <p:cNvSpPr/>
          <p:nvPr/>
        </p:nvSpPr>
        <p:spPr>
          <a:xfrm flipH="1">
            <a:off x="1587175" y="5283830"/>
            <a:ext cx="528900" cy="1583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2" name="Google Shape;542;p12"/>
          <p:cNvSpPr/>
          <p:nvPr/>
        </p:nvSpPr>
        <p:spPr>
          <a:xfrm flipH="1">
            <a:off x="529235" y="5815313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3" name="Google Shape;543;p12"/>
          <p:cNvSpPr/>
          <p:nvPr/>
        </p:nvSpPr>
        <p:spPr>
          <a:xfrm rot="5400000" flipH="1">
            <a:off x="262985" y="5549063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4" name="Google Shape;544;p12"/>
          <p:cNvSpPr/>
          <p:nvPr/>
        </p:nvSpPr>
        <p:spPr>
          <a:xfrm rot="10800000">
            <a:off x="527642" y="5815322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2"/>
          <p:cNvSpPr/>
          <p:nvPr/>
        </p:nvSpPr>
        <p:spPr>
          <a:xfrm flipH="1">
            <a:off x="2647010" y="104265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6" name="Google Shape;546;p12"/>
          <p:cNvSpPr>
            <a:spLocks noGrp="1"/>
          </p:cNvSpPr>
          <p:nvPr>
            <p:ph type="pic" idx="2"/>
          </p:nvPr>
        </p:nvSpPr>
        <p:spPr>
          <a:xfrm>
            <a:off x="510138" y="1582563"/>
            <a:ext cx="3717000" cy="37050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  <p:txBody>
          <a:bodyPr/>
          <a:p/>
        </p:txBody>
      </p:sp>
      <p:sp>
        <p:nvSpPr>
          <p:cNvPr id="547" name="Google Shape;547;p12"/>
          <p:cNvSpPr/>
          <p:nvPr/>
        </p:nvSpPr>
        <p:spPr>
          <a:xfrm flipH="1">
            <a:off x="2460" y="2103850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8" name="Google Shape;548;p12"/>
          <p:cNvSpPr/>
          <p:nvPr/>
        </p:nvSpPr>
        <p:spPr>
          <a:xfrm flipH="1">
            <a:off x="11138643" y="539475"/>
            <a:ext cx="1059559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2"/>
          <p:cNvSpPr/>
          <p:nvPr/>
        </p:nvSpPr>
        <p:spPr>
          <a:xfrm flipH="1">
            <a:off x="11138706" y="2657370"/>
            <a:ext cx="1059567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2"/>
          <p:cNvSpPr/>
          <p:nvPr/>
        </p:nvSpPr>
        <p:spPr>
          <a:xfrm flipH="1">
            <a:off x="11138781" y="4775260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2"/>
          <p:cNvSpPr/>
          <p:nvPr/>
        </p:nvSpPr>
        <p:spPr>
          <a:xfrm flipH="1">
            <a:off x="11138674" y="1598419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2"/>
          <p:cNvSpPr/>
          <p:nvPr/>
        </p:nvSpPr>
        <p:spPr>
          <a:xfrm flipH="1">
            <a:off x="11663521" y="-1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2"/>
          <p:cNvSpPr/>
          <p:nvPr/>
        </p:nvSpPr>
        <p:spPr>
          <a:xfrm flipH="1">
            <a:off x="11138749" y="3716314"/>
            <a:ext cx="1059559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2"/>
          <p:cNvSpPr/>
          <p:nvPr/>
        </p:nvSpPr>
        <p:spPr>
          <a:xfrm flipH="1">
            <a:off x="11138813" y="5834210"/>
            <a:ext cx="1059566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2"/>
          <p:cNvSpPr/>
          <p:nvPr/>
        </p:nvSpPr>
        <p:spPr>
          <a:xfrm flipH="1">
            <a:off x="11138653" y="1068946"/>
            <a:ext cx="10595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2"/>
          <p:cNvSpPr/>
          <p:nvPr/>
        </p:nvSpPr>
        <p:spPr>
          <a:xfrm flipH="1">
            <a:off x="12192943" y="-1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2"/>
          <p:cNvSpPr/>
          <p:nvPr/>
        </p:nvSpPr>
        <p:spPr>
          <a:xfrm flipH="1">
            <a:off x="11138728" y="3186843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2"/>
          <p:cNvSpPr/>
          <p:nvPr/>
        </p:nvSpPr>
        <p:spPr>
          <a:xfrm flipH="1">
            <a:off x="11138792" y="5304737"/>
            <a:ext cx="1059569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2"/>
          <p:cNvSpPr/>
          <p:nvPr/>
        </p:nvSpPr>
        <p:spPr>
          <a:xfrm flipH="1">
            <a:off x="11138696" y="2127898"/>
            <a:ext cx="1059559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2"/>
          <p:cNvSpPr/>
          <p:nvPr/>
        </p:nvSpPr>
        <p:spPr>
          <a:xfrm flipH="1">
            <a:off x="11134037" y="-1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2"/>
          <p:cNvSpPr/>
          <p:nvPr/>
        </p:nvSpPr>
        <p:spPr>
          <a:xfrm flipH="1">
            <a:off x="11138760" y="4245787"/>
            <a:ext cx="1059566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2"/>
          <p:cNvSpPr/>
          <p:nvPr/>
        </p:nvSpPr>
        <p:spPr>
          <a:xfrm flipH="1">
            <a:off x="11138834" y="6363683"/>
            <a:ext cx="1059562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2"/>
          <p:cNvSpPr/>
          <p:nvPr/>
        </p:nvSpPr>
        <p:spPr>
          <a:xfrm rot="-5400000" flipH="1">
            <a:off x="11133135" y="1602670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4" name="Google Shape;564;p12"/>
          <p:cNvSpPr/>
          <p:nvPr/>
        </p:nvSpPr>
        <p:spPr>
          <a:xfrm rot="-5400000">
            <a:off x="11400285" y="3454275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5" name="Google Shape;565;p12"/>
          <p:cNvSpPr/>
          <p:nvPr/>
        </p:nvSpPr>
        <p:spPr>
          <a:xfrm flipH="1">
            <a:off x="11134035" y="530820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6" name="Google Shape;566;p12"/>
          <p:cNvSpPr/>
          <p:nvPr/>
        </p:nvSpPr>
        <p:spPr>
          <a:xfrm flipH="1">
            <a:off x="11132678" y="1072425"/>
            <a:ext cx="10614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7" name="Google Shape;567;p12"/>
          <p:cNvSpPr/>
          <p:nvPr/>
        </p:nvSpPr>
        <p:spPr>
          <a:xfrm rot="10800000">
            <a:off x="11663517" y="1072497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and image left">
  <p:cSld name="ONE_COLUMN_TEXT_1"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3"/>
          <p:cNvSpPr/>
          <p:nvPr/>
        </p:nvSpPr>
        <p:spPr>
          <a:xfrm flipH="1">
            <a:off x="11131050" y="511400"/>
            <a:ext cx="1059559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3"/>
          <p:cNvSpPr/>
          <p:nvPr/>
        </p:nvSpPr>
        <p:spPr>
          <a:xfrm flipH="1">
            <a:off x="11131114" y="2629295"/>
            <a:ext cx="1059567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3"/>
          <p:cNvSpPr/>
          <p:nvPr/>
        </p:nvSpPr>
        <p:spPr>
          <a:xfrm flipH="1">
            <a:off x="11131188" y="4747185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3"/>
          <p:cNvSpPr/>
          <p:nvPr/>
        </p:nvSpPr>
        <p:spPr>
          <a:xfrm flipH="1">
            <a:off x="11131081" y="1570344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3"/>
          <p:cNvSpPr/>
          <p:nvPr/>
        </p:nvSpPr>
        <p:spPr>
          <a:xfrm flipH="1">
            <a:off x="11131156" y="3688239"/>
            <a:ext cx="1059559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3"/>
          <p:cNvSpPr/>
          <p:nvPr/>
        </p:nvSpPr>
        <p:spPr>
          <a:xfrm flipH="1">
            <a:off x="11131220" y="5806135"/>
            <a:ext cx="1059566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13"/>
          <p:cNvSpPr/>
          <p:nvPr/>
        </p:nvSpPr>
        <p:spPr>
          <a:xfrm flipH="1">
            <a:off x="11650503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3"/>
          <p:cNvSpPr/>
          <p:nvPr/>
        </p:nvSpPr>
        <p:spPr>
          <a:xfrm flipH="1">
            <a:off x="11131060" y="1040871"/>
            <a:ext cx="10595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3"/>
          <p:cNvSpPr/>
          <p:nvPr/>
        </p:nvSpPr>
        <p:spPr>
          <a:xfrm flipH="1">
            <a:off x="11131135" y="3158768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3"/>
          <p:cNvSpPr/>
          <p:nvPr/>
        </p:nvSpPr>
        <p:spPr>
          <a:xfrm flipH="1">
            <a:off x="11131199" y="5276662"/>
            <a:ext cx="1059569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3"/>
          <p:cNvSpPr/>
          <p:nvPr/>
        </p:nvSpPr>
        <p:spPr>
          <a:xfrm flipH="1">
            <a:off x="11131103" y="2099823"/>
            <a:ext cx="1059559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13"/>
          <p:cNvSpPr/>
          <p:nvPr/>
        </p:nvSpPr>
        <p:spPr>
          <a:xfrm flipH="1">
            <a:off x="11131167" y="4217712"/>
            <a:ext cx="1059566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3"/>
          <p:cNvSpPr/>
          <p:nvPr/>
        </p:nvSpPr>
        <p:spPr>
          <a:xfrm flipH="1">
            <a:off x="11131241" y="6335608"/>
            <a:ext cx="1059562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3"/>
          <p:cNvSpPr/>
          <p:nvPr/>
        </p:nvSpPr>
        <p:spPr>
          <a:xfrm rot="5400000" flipH="1">
            <a:off x="11391198" y="253588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3" name="Google Shape;583;p13"/>
          <p:cNvSpPr/>
          <p:nvPr/>
        </p:nvSpPr>
        <p:spPr>
          <a:xfrm rot="5400000">
            <a:off x="11398505" y="779618"/>
            <a:ext cx="10668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4" name="Google Shape;584;p13"/>
          <p:cNvSpPr/>
          <p:nvPr/>
        </p:nvSpPr>
        <p:spPr>
          <a:xfrm rot="10800000">
            <a:off x="11669476" y="508619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3"/>
          <p:cNvSpPr/>
          <p:nvPr/>
        </p:nvSpPr>
        <p:spPr>
          <a:xfrm>
            <a:off x="11666880" y="5276655"/>
            <a:ext cx="528900" cy="1583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6" name="Google Shape;586;p13"/>
          <p:cNvSpPr/>
          <p:nvPr/>
        </p:nvSpPr>
        <p:spPr>
          <a:xfrm flipH="1">
            <a:off x="11139880" y="210515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7" name="Google Shape;587;p13"/>
          <p:cNvSpPr/>
          <p:nvPr/>
        </p:nvSpPr>
        <p:spPr>
          <a:xfrm flipH="1">
            <a:off x="11666130" y="4218813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8" name="Google Shape;588;p13"/>
          <p:cNvSpPr txBox="1">
            <a:spLocks noGrp="1"/>
          </p:cNvSpPr>
          <p:nvPr>
            <p:ph type="title"/>
          </p:nvPr>
        </p:nvSpPr>
        <p:spPr>
          <a:xfrm>
            <a:off x="5297641" y="509800"/>
            <a:ext cx="5637000" cy="4679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589" name="Google Shape;589;p13"/>
          <p:cNvSpPr txBox="1">
            <a:spLocks noGrp="1"/>
          </p:cNvSpPr>
          <p:nvPr>
            <p:ph type="body" idx="1"/>
          </p:nvPr>
        </p:nvSpPr>
        <p:spPr>
          <a:xfrm>
            <a:off x="217650" y="5491100"/>
            <a:ext cx="10717200" cy="857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412750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900"/>
            </a:lvl2pPr>
            <a:lvl3pPr marL="1371600" lvl="2" indent="-412750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900"/>
            </a:lvl3pPr>
            <a:lvl4pPr marL="1828800" lvl="3" indent="-412750" rtl="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900"/>
            </a:lvl4pPr>
            <a:lvl5pPr marL="2286000" lvl="4" indent="-412750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900"/>
            </a:lvl5pPr>
            <a:lvl6pPr marL="2743200" lvl="5" indent="-412750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900"/>
            </a:lvl6pPr>
            <a:lvl7pPr marL="3200400" lvl="6" indent="-412750" rtl="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900"/>
            </a:lvl7pPr>
            <a:lvl8pPr marL="3657600" lvl="7" indent="-412750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900"/>
            </a:lvl8pPr>
            <a:lvl9pPr marL="4114800" lvl="8" indent="-412750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900"/>
            </a:lvl9pPr>
          </a:lstStyle>
          <a:p>
            <a:endParaRPr/>
          </a:p>
        </p:txBody>
      </p:sp>
      <p:sp>
        <p:nvSpPr>
          <p:cNvPr id="590" name="Google Shape;590;p1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1" name="Google Shape;591;p13"/>
          <p:cNvSpPr>
            <a:spLocks noGrp="1"/>
          </p:cNvSpPr>
          <p:nvPr>
            <p:ph type="pic" idx="2"/>
          </p:nvPr>
        </p:nvSpPr>
        <p:spPr>
          <a:xfrm>
            <a:off x="598650" y="509800"/>
            <a:ext cx="6469500" cy="467940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592" name="Google Shape;592;p13"/>
          <p:cNvSpPr/>
          <p:nvPr/>
        </p:nvSpPr>
        <p:spPr>
          <a:xfrm flipH="1">
            <a:off x="11134037" y="-1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and image right">
  <p:cSld name="ONE_COLUMN_TEXT_1_1"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4"/>
          <p:cNvSpPr/>
          <p:nvPr/>
        </p:nvSpPr>
        <p:spPr>
          <a:xfrm flipH="1">
            <a:off x="11131050" y="511400"/>
            <a:ext cx="1059559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4"/>
          <p:cNvSpPr/>
          <p:nvPr/>
        </p:nvSpPr>
        <p:spPr>
          <a:xfrm flipH="1">
            <a:off x="11131114" y="2629295"/>
            <a:ext cx="1059567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4"/>
          <p:cNvSpPr/>
          <p:nvPr/>
        </p:nvSpPr>
        <p:spPr>
          <a:xfrm flipH="1">
            <a:off x="11131188" y="4747185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14"/>
          <p:cNvSpPr/>
          <p:nvPr/>
        </p:nvSpPr>
        <p:spPr>
          <a:xfrm flipH="1">
            <a:off x="11131081" y="1570344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14"/>
          <p:cNvSpPr/>
          <p:nvPr/>
        </p:nvSpPr>
        <p:spPr>
          <a:xfrm flipH="1">
            <a:off x="11131156" y="3688239"/>
            <a:ext cx="1059559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4"/>
          <p:cNvSpPr/>
          <p:nvPr/>
        </p:nvSpPr>
        <p:spPr>
          <a:xfrm flipH="1">
            <a:off x="11131220" y="5806135"/>
            <a:ext cx="1059566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14"/>
          <p:cNvSpPr/>
          <p:nvPr/>
        </p:nvSpPr>
        <p:spPr>
          <a:xfrm flipH="1">
            <a:off x="11650503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4"/>
          <p:cNvSpPr/>
          <p:nvPr/>
        </p:nvSpPr>
        <p:spPr>
          <a:xfrm flipH="1">
            <a:off x="11131060" y="1040871"/>
            <a:ext cx="10595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14"/>
          <p:cNvSpPr/>
          <p:nvPr/>
        </p:nvSpPr>
        <p:spPr>
          <a:xfrm flipH="1">
            <a:off x="11131135" y="3158768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14"/>
          <p:cNvSpPr/>
          <p:nvPr/>
        </p:nvSpPr>
        <p:spPr>
          <a:xfrm flipH="1">
            <a:off x="11131199" y="5276662"/>
            <a:ext cx="1059569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4"/>
          <p:cNvSpPr/>
          <p:nvPr/>
        </p:nvSpPr>
        <p:spPr>
          <a:xfrm flipH="1">
            <a:off x="11131103" y="2099823"/>
            <a:ext cx="1059559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4"/>
          <p:cNvSpPr/>
          <p:nvPr/>
        </p:nvSpPr>
        <p:spPr>
          <a:xfrm flipH="1">
            <a:off x="11131167" y="4217712"/>
            <a:ext cx="1059566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4"/>
          <p:cNvSpPr/>
          <p:nvPr/>
        </p:nvSpPr>
        <p:spPr>
          <a:xfrm flipH="1">
            <a:off x="11131241" y="6335608"/>
            <a:ext cx="1059562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4"/>
          <p:cNvSpPr/>
          <p:nvPr/>
        </p:nvSpPr>
        <p:spPr>
          <a:xfrm rot="5400000" flipH="1">
            <a:off x="11391198" y="253588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8" name="Google Shape;608;p14"/>
          <p:cNvSpPr/>
          <p:nvPr/>
        </p:nvSpPr>
        <p:spPr>
          <a:xfrm rot="5400000">
            <a:off x="11398505" y="779618"/>
            <a:ext cx="10668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9" name="Google Shape;609;p14"/>
          <p:cNvSpPr/>
          <p:nvPr/>
        </p:nvSpPr>
        <p:spPr>
          <a:xfrm rot="10800000">
            <a:off x="11669476" y="508619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4"/>
          <p:cNvSpPr/>
          <p:nvPr/>
        </p:nvSpPr>
        <p:spPr>
          <a:xfrm>
            <a:off x="11666880" y="5276655"/>
            <a:ext cx="528900" cy="1583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1" name="Google Shape;611;p14"/>
          <p:cNvSpPr/>
          <p:nvPr/>
        </p:nvSpPr>
        <p:spPr>
          <a:xfrm flipH="1">
            <a:off x="11139880" y="210515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2" name="Google Shape;612;p14"/>
          <p:cNvSpPr/>
          <p:nvPr/>
        </p:nvSpPr>
        <p:spPr>
          <a:xfrm flipH="1">
            <a:off x="11666130" y="4218813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3" name="Google Shape;613;p14"/>
          <p:cNvSpPr/>
          <p:nvPr/>
        </p:nvSpPr>
        <p:spPr>
          <a:xfrm flipH="1">
            <a:off x="11134037" y="-1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4"/>
          <p:cNvSpPr>
            <a:spLocks noGrp="1"/>
          </p:cNvSpPr>
          <p:nvPr>
            <p:ph type="pic" idx="2"/>
          </p:nvPr>
        </p:nvSpPr>
        <p:spPr>
          <a:xfrm>
            <a:off x="6342475" y="0"/>
            <a:ext cx="5508600" cy="685800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615" name="Google Shape;615;p14"/>
          <p:cNvSpPr txBox="1">
            <a:spLocks noGrp="1"/>
          </p:cNvSpPr>
          <p:nvPr>
            <p:ph type="title"/>
          </p:nvPr>
        </p:nvSpPr>
        <p:spPr>
          <a:xfrm>
            <a:off x="636150" y="772250"/>
            <a:ext cx="5162400" cy="1645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74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616" name="Google Shape;616;p14"/>
          <p:cNvSpPr txBox="1">
            <a:spLocks noGrp="1"/>
          </p:cNvSpPr>
          <p:nvPr>
            <p:ph type="body" idx="1"/>
          </p:nvPr>
        </p:nvSpPr>
        <p:spPr>
          <a:xfrm>
            <a:off x="636150" y="2555350"/>
            <a:ext cx="5162400" cy="3530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412750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900"/>
            </a:lvl2pPr>
            <a:lvl3pPr marL="1371600" lvl="2" indent="-412750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900"/>
            </a:lvl3pPr>
            <a:lvl4pPr marL="1828800" lvl="3" indent="-412750" rtl="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900"/>
            </a:lvl4pPr>
            <a:lvl5pPr marL="2286000" lvl="4" indent="-412750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900"/>
            </a:lvl5pPr>
            <a:lvl6pPr marL="2743200" lvl="5" indent="-412750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900"/>
            </a:lvl6pPr>
            <a:lvl7pPr marL="3200400" lvl="6" indent="-412750" rtl="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900"/>
            </a:lvl7pPr>
            <a:lvl8pPr marL="3657600" lvl="7" indent="-412750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900"/>
            </a:lvl8pPr>
            <a:lvl9pPr marL="4114800" lvl="8" indent="-412750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900"/>
            </a:lvl9pPr>
          </a:lstStyle>
          <a:p>
            <a:endParaRPr/>
          </a:p>
        </p:txBody>
      </p:sp>
      <p:sp>
        <p:nvSpPr>
          <p:cNvPr id="617" name="Google Shape;617;p1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MAIN_POINT"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9" name="Google Shape;619;p15"/>
          <p:cNvGrpSpPr/>
          <p:nvPr/>
        </p:nvGrpSpPr>
        <p:grpSpPr>
          <a:xfrm>
            <a:off x="-25943" y="-27948"/>
            <a:ext cx="12217854" cy="6914131"/>
            <a:chOff x="-25943" y="-27948"/>
            <a:chExt cx="12217854" cy="6914131"/>
          </a:xfrm>
        </p:grpSpPr>
        <p:grpSp>
          <p:nvGrpSpPr>
            <p:cNvPr id="620" name="Google Shape;620;p15"/>
            <p:cNvGrpSpPr/>
            <p:nvPr/>
          </p:nvGrpSpPr>
          <p:grpSpPr>
            <a:xfrm>
              <a:off x="5816035" y="-27948"/>
              <a:ext cx="6375876" cy="6911067"/>
              <a:chOff x="3744151" y="3553"/>
              <a:chExt cx="4037153" cy="4376032"/>
            </a:xfrm>
          </p:grpSpPr>
          <p:sp>
            <p:nvSpPr>
              <p:cNvPr id="621" name="Google Shape;621;p15"/>
              <p:cNvSpPr/>
              <p:nvPr/>
            </p:nvSpPr>
            <p:spPr>
              <a:xfrm>
                <a:off x="3746964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15"/>
              <p:cNvSpPr/>
              <p:nvPr/>
            </p:nvSpPr>
            <p:spPr>
              <a:xfrm>
                <a:off x="3744887" y="345147"/>
                <a:ext cx="4036417" cy="4993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3" extrusionOk="0">
                    <a:moveTo>
                      <a:pt x="4036418" y="4994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15"/>
              <p:cNvSpPr/>
              <p:nvPr/>
            </p:nvSpPr>
            <p:spPr>
              <a:xfrm>
                <a:off x="5088007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15"/>
              <p:cNvSpPr/>
              <p:nvPr/>
            </p:nvSpPr>
            <p:spPr>
              <a:xfrm>
                <a:off x="3744616" y="1686181"/>
                <a:ext cx="4036446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46" h="4991" extrusionOk="0">
                    <a:moveTo>
                      <a:pt x="4036446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15"/>
              <p:cNvSpPr/>
              <p:nvPr/>
            </p:nvSpPr>
            <p:spPr>
              <a:xfrm>
                <a:off x="6429029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15"/>
              <p:cNvSpPr/>
              <p:nvPr/>
            </p:nvSpPr>
            <p:spPr>
              <a:xfrm>
                <a:off x="3744349" y="3027212"/>
                <a:ext cx="4036429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29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15"/>
              <p:cNvSpPr/>
              <p:nvPr/>
            </p:nvSpPr>
            <p:spPr>
              <a:xfrm>
                <a:off x="4417475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15"/>
              <p:cNvSpPr/>
              <p:nvPr/>
            </p:nvSpPr>
            <p:spPr>
              <a:xfrm>
                <a:off x="3744754" y="1015662"/>
                <a:ext cx="4036430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30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15"/>
              <p:cNvSpPr/>
              <p:nvPr/>
            </p:nvSpPr>
            <p:spPr>
              <a:xfrm>
                <a:off x="5758498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15"/>
              <p:cNvSpPr/>
              <p:nvPr/>
            </p:nvSpPr>
            <p:spPr>
              <a:xfrm>
                <a:off x="3744483" y="2356696"/>
                <a:ext cx="4036417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5" extrusionOk="0">
                    <a:moveTo>
                      <a:pt x="4036418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" name="Google Shape;631;p15"/>
              <p:cNvSpPr/>
              <p:nvPr/>
            </p:nvSpPr>
            <p:spPr>
              <a:xfrm>
                <a:off x="7099561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15"/>
              <p:cNvSpPr/>
              <p:nvPr/>
            </p:nvSpPr>
            <p:spPr>
              <a:xfrm>
                <a:off x="3744216" y="3697731"/>
                <a:ext cx="4036442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42" h="4991" extrusionOk="0">
                    <a:moveTo>
                      <a:pt x="4036442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15"/>
              <p:cNvSpPr/>
              <p:nvPr/>
            </p:nvSpPr>
            <p:spPr>
              <a:xfrm>
                <a:off x="4082210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15"/>
              <p:cNvSpPr/>
              <p:nvPr/>
            </p:nvSpPr>
            <p:spPr>
              <a:xfrm>
                <a:off x="3744819" y="680404"/>
                <a:ext cx="4036445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45" h="4995" extrusionOk="0">
                    <a:moveTo>
                      <a:pt x="4036446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15"/>
              <p:cNvSpPr/>
              <p:nvPr/>
            </p:nvSpPr>
            <p:spPr>
              <a:xfrm>
                <a:off x="5423272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15"/>
              <p:cNvSpPr/>
              <p:nvPr/>
            </p:nvSpPr>
            <p:spPr>
              <a:xfrm>
                <a:off x="3744551" y="2021439"/>
                <a:ext cx="4036430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30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15"/>
              <p:cNvSpPr/>
              <p:nvPr/>
            </p:nvSpPr>
            <p:spPr>
              <a:xfrm>
                <a:off x="6764295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15"/>
              <p:cNvSpPr/>
              <p:nvPr/>
            </p:nvSpPr>
            <p:spPr>
              <a:xfrm>
                <a:off x="3744284" y="3362473"/>
                <a:ext cx="4036454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54" h="4991" extrusionOk="0">
                    <a:moveTo>
                      <a:pt x="4036455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p15"/>
              <p:cNvSpPr/>
              <p:nvPr/>
            </p:nvSpPr>
            <p:spPr>
              <a:xfrm>
                <a:off x="4752741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15"/>
              <p:cNvSpPr/>
              <p:nvPr/>
            </p:nvSpPr>
            <p:spPr>
              <a:xfrm>
                <a:off x="3744685" y="1350924"/>
                <a:ext cx="4036417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1" extrusionOk="0">
                    <a:moveTo>
                      <a:pt x="4036418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15"/>
              <p:cNvSpPr/>
              <p:nvPr/>
            </p:nvSpPr>
            <p:spPr>
              <a:xfrm>
                <a:off x="6093763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15"/>
              <p:cNvSpPr/>
              <p:nvPr/>
            </p:nvSpPr>
            <p:spPr>
              <a:xfrm>
                <a:off x="3744418" y="2691954"/>
                <a:ext cx="4036441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41" h="4995" extrusionOk="0">
                    <a:moveTo>
                      <a:pt x="4036442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15"/>
              <p:cNvSpPr/>
              <p:nvPr/>
            </p:nvSpPr>
            <p:spPr>
              <a:xfrm>
                <a:off x="7434826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15"/>
              <p:cNvSpPr/>
              <p:nvPr/>
            </p:nvSpPr>
            <p:spPr>
              <a:xfrm>
                <a:off x="3744151" y="4032989"/>
                <a:ext cx="4036426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26" h="4995" extrusionOk="0">
                    <a:moveTo>
                      <a:pt x="4036426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45" name="Google Shape;645;p15"/>
            <p:cNvSpPr/>
            <p:nvPr/>
          </p:nvSpPr>
          <p:spPr>
            <a:xfrm>
              <a:off x="1061" y="511525"/>
              <a:ext cx="5812440" cy="7889"/>
            </a:xfrm>
            <a:custGeom>
              <a:avLst/>
              <a:gdLst/>
              <a:ahLst/>
              <a:cxnLst/>
              <a:rect l="l" t="t" r="r" b="b"/>
              <a:pathLst>
                <a:path w="4036417" h="4993" extrusionOk="0">
                  <a:moveTo>
                    <a:pt x="4036418" y="4994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15"/>
            <p:cNvSpPr/>
            <p:nvPr/>
          </p:nvSpPr>
          <p:spPr>
            <a:xfrm>
              <a:off x="1562512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15"/>
            <p:cNvSpPr/>
            <p:nvPr/>
          </p:nvSpPr>
          <p:spPr>
            <a:xfrm>
              <a:off x="671" y="2629421"/>
              <a:ext cx="5812482" cy="7886"/>
            </a:xfrm>
            <a:custGeom>
              <a:avLst/>
              <a:gdLst/>
              <a:ahLst/>
              <a:cxnLst/>
              <a:rect l="l" t="t" r="r" b="b"/>
              <a:pathLst>
                <a:path w="4036446" h="4991" extrusionOk="0">
                  <a:moveTo>
                    <a:pt x="4036446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15"/>
            <p:cNvSpPr/>
            <p:nvPr/>
          </p:nvSpPr>
          <p:spPr>
            <a:xfrm>
              <a:off x="3680388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15"/>
            <p:cNvSpPr/>
            <p:nvPr/>
          </p:nvSpPr>
          <p:spPr>
            <a:xfrm>
              <a:off x="286" y="4747312"/>
              <a:ext cx="5812458" cy="7892"/>
            </a:xfrm>
            <a:custGeom>
              <a:avLst/>
              <a:gdLst/>
              <a:ahLst/>
              <a:cxnLst/>
              <a:rect l="l" t="t" r="r" b="b"/>
              <a:pathLst>
                <a:path w="4036429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15"/>
            <p:cNvSpPr/>
            <p:nvPr/>
          </p:nvSpPr>
          <p:spPr>
            <a:xfrm>
              <a:off x="503541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15"/>
            <p:cNvSpPr/>
            <p:nvPr/>
          </p:nvSpPr>
          <p:spPr>
            <a:xfrm>
              <a:off x="870" y="1570470"/>
              <a:ext cx="5812459" cy="7892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15"/>
            <p:cNvSpPr/>
            <p:nvPr/>
          </p:nvSpPr>
          <p:spPr>
            <a:xfrm>
              <a:off x="2621418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15"/>
            <p:cNvSpPr/>
            <p:nvPr/>
          </p:nvSpPr>
          <p:spPr>
            <a:xfrm>
              <a:off x="479" y="3688366"/>
              <a:ext cx="5812440" cy="7892"/>
            </a:xfrm>
            <a:custGeom>
              <a:avLst/>
              <a:gdLst/>
              <a:ahLst/>
              <a:cxnLst/>
              <a:rect l="l" t="t" r="r" b="b"/>
              <a:pathLst>
                <a:path w="4036417" h="4995" extrusionOk="0">
                  <a:moveTo>
                    <a:pt x="4036418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15"/>
            <p:cNvSpPr/>
            <p:nvPr/>
          </p:nvSpPr>
          <p:spPr>
            <a:xfrm>
              <a:off x="4739359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15"/>
            <p:cNvSpPr/>
            <p:nvPr/>
          </p:nvSpPr>
          <p:spPr>
            <a:xfrm>
              <a:off x="95" y="5806263"/>
              <a:ext cx="5812476" cy="7886"/>
            </a:xfrm>
            <a:custGeom>
              <a:avLst/>
              <a:gdLst/>
              <a:ahLst/>
              <a:cxnLst/>
              <a:rect l="l" t="t" r="r" b="b"/>
              <a:pathLst>
                <a:path w="4036442" h="4991" extrusionOk="0">
                  <a:moveTo>
                    <a:pt x="4036442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15"/>
            <p:cNvSpPr/>
            <p:nvPr/>
          </p:nvSpPr>
          <p:spPr>
            <a:xfrm>
              <a:off x="-25943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15"/>
            <p:cNvSpPr/>
            <p:nvPr/>
          </p:nvSpPr>
          <p:spPr>
            <a:xfrm>
              <a:off x="963" y="1040997"/>
              <a:ext cx="5812481" cy="7892"/>
            </a:xfrm>
            <a:custGeom>
              <a:avLst/>
              <a:gdLst/>
              <a:ahLst/>
              <a:cxnLst/>
              <a:rect l="l" t="t" r="r" b="b"/>
              <a:pathLst>
                <a:path w="4036445" h="4995" extrusionOk="0">
                  <a:moveTo>
                    <a:pt x="403644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15"/>
            <p:cNvSpPr/>
            <p:nvPr/>
          </p:nvSpPr>
          <p:spPr>
            <a:xfrm>
              <a:off x="2091996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15"/>
            <p:cNvSpPr/>
            <p:nvPr/>
          </p:nvSpPr>
          <p:spPr>
            <a:xfrm>
              <a:off x="577" y="3158894"/>
              <a:ext cx="5812459" cy="7892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15"/>
            <p:cNvSpPr/>
            <p:nvPr/>
          </p:nvSpPr>
          <p:spPr>
            <a:xfrm>
              <a:off x="4209874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15"/>
            <p:cNvSpPr/>
            <p:nvPr/>
          </p:nvSpPr>
          <p:spPr>
            <a:xfrm>
              <a:off x="193" y="5276790"/>
              <a:ext cx="5812494" cy="7886"/>
            </a:xfrm>
            <a:custGeom>
              <a:avLst/>
              <a:gdLst/>
              <a:ahLst/>
              <a:cxnLst/>
              <a:rect l="l" t="t" r="r" b="b"/>
              <a:pathLst>
                <a:path w="4036454" h="4991" extrusionOk="0">
                  <a:moveTo>
                    <a:pt x="4036455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15"/>
            <p:cNvSpPr/>
            <p:nvPr/>
          </p:nvSpPr>
          <p:spPr>
            <a:xfrm>
              <a:off x="1033026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15"/>
            <p:cNvSpPr/>
            <p:nvPr/>
          </p:nvSpPr>
          <p:spPr>
            <a:xfrm>
              <a:off x="770" y="2099949"/>
              <a:ext cx="5812440" cy="7886"/>
            </a:xfrm>
            <a:custGeom>
              <a:avLst/>
              <a:gdLst/>
              <a:ahLst/>
              <a:cxnLst/>
              <a:rect l="l" t="t" r="r" b="b"/>
              <a:pathLst>
                <a:path w="4036417" h="4991" extrusionOk="0">
                  <a:moveTo>
                    <a:pt x="4036418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15"/>
            <p:cNvSpPr/>
            <p:nvPr/>
          </p:nvSpPr>
          <p:spPr>
            <a:xfrm>
              <a:off x="3150902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15"/>
            <p:cNvSpPr/>
            <p:nvPr/>
          </p:nvSpPr>
          <p:spPr>
            <a:xfrm>
              <a:off x="386" y="4217839"/>
              <a:ext cx="5812475" cy="7892"/>
            </a:xfrm>
            <a:custGeom>
              <a:avLst/>
              <a:gdLst/>
              <a:ahLst/>
              <a:cxnLst/>
              <a:rect l="l" t="t" r="r" b="b"/>
              <a:pathLst>
                <a:path w="4036441" h="4995" extrusionOk="0">
                  <a:moveTo>
                    <a:pt x="4036442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15"/>
            <p:cNvSpPr/>
            <p:nvPr/>
          </p:nvSpPr>
          <p:spPr>
            <a:xfrm>
              <a:off x="5268843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15"/>
            <p:cNvSpPr/>
            <p:nvPr/>
          </p:nvSpPr>
          <p:spPr>
            <a:xfrm>
              <a:off x="1" y="6335736"/>
              <a:ext cx="5812453" cy="7892"/>
            </a:xfrm>
            <a:custGeom>
              <a:avLst/>
              <a:gdLst/>
              <a:ahLst/>
              <a:cxnLst/>
              <a:rect l="l" t="t" r="r" b="b"/>
              <a:pathLst>
                <a:path w="4036426" h="4995" extrusionOk="0">
                  <a:moveTo>
                    <a:pt x="403642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8" name="Google Shape;668;p15"/>
          <p:cNvSpPr txBox="1">
            <a:spLocks noGrp="1"/>
          </p:cNvSpPr>
          <p:nvPr>
            <p:ph type="title"/>
          </p:nvPr>
        </p:nvSpPr>
        <p:spPr>
          <a:xfrm>
            <a:off x="683250" y="1874626"/>
            <a:ext cx="10825500" cy="3639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669" name="Google Shape;669;p1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0" name="Google Shape;670;p15"/>
          <p:cNvSpPr txBox="1">
            <a:spLocks noGrp="1"/>
          </p:cNvSpPr>
          <p:nvPr>
            <p:ph type="subTitle" idx="1"/>
          </p:nvPr>
        </p:nvSpPr>
        <p:spPr>
          <a:xfrm>
            <a:off x="683250" y="5595313"/>
            <a:ext cx="10825500" cy="73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671" name="Google Shape;671;p15"/>
          <p:cNvSpPr txBox="1">
            <a:spLocks noGrp="1"/>
          </p:cNvSpPr>
          <p:nvPr>
            <p:ph type="sldNum" idx="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2" name="Google Shape;672;p15"/>
          <p:cNvSpPr/>
          <p:nvPr/>
        </p:nvSpPr>
        <p:spPr>
          <a:xfrm>
            <a:off x="7025" y="1062650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3" name="Google Shape;673;p15"/>
          <p:cNvSpPr/>
          <p:nvPr/>
        </p:nvSpPr>
        <p:spPr>
          <a:xfrm rot="5400000">
            <a:off x="-527187" y="5304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4" name="Google Shape;674;p15"/>
          <p:cNvSpPr/>
          <p:nvPr/>
        </p:nvSpPr>
        <p:spPr>
          <a:xfrm rot="5400000" flipH="1">
            <a:off x="-105" y="105733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15"/>
          <p:cNvSpPr/>
          <p:nvPr/>
        </p:nvSpPr>
        <p:spPr>
          <a:xfrm>
            <a:off x="536675" y="581385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6" name="Google Shape;676;p15"/>
          <p:cNvSpPr/>
          <p:nvPr/>
        </p:nvSpPr>
        <p:spPr>
          <a:xfrm rot="5400000">
            <a:off x="10853600" y="782828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7" name="Google Shape;677;p15"/>
          <p:cNvSpPr/>
          <p:nvPr/>
        </p:nvSpPr>
        <p:spPr>
          <a:xfrm rot="5400000">
            <a:off x="10853600" y="2375978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8" name="Google Shape;678;p15"/>
          <p:cNvSpPr/>
          <p:nvPr/>
        </p:nvSpPr>
        <p:spPr>
          <a:xfrm rot="-5400000">
            <a:off x="11391500" y="1838075"/>
            <a:ext cx="528900" cy="10722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9" name="Google Shape;679;p15"/>
          <p:cNvSpPr/>
          <p:nvPr/>
        </p:nvSpPr>
        <p:spPr>
          <a:xfrm rot="5400000">
            <a:off x="11119057" y="210903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15"/>
          <p:cNvSpPr/>
          <p:nvPr/>
        </p:nvSpPr>
        <p:spPr>
          <a:xfrm rot="10800000">
            <a:off x="11131750" y="6351003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1" name="Google Shape;681;p15"/>
          <p:cNvSpPr/>
          <p:nvPr/>
        </p:nvSpPr>
        <p:spPr>
          <a:xfrm>
            <a:off x="11648750" y="5283450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2" name="Google Shape;682;p15"/>
          <p:cNvSpPr/>
          <p:nvPr/>
        </p:nvSpPr>
        <p:spPr>
          <a:xfrm>
            <a:off x="2090175" y="-28000"/>
            <a:ext cx="15897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3" name="Google Shape;683;p15"/>
          <p:cNvSpPr/>
          <p:nvPr/>
        </p:nvSpPr>
        <p:spPr>
          <a:xfrm rot="5400000">
            <a:off x="2883825" y="237700"/>
            <a:ext cx="10617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4" name="Google Shape;684;p15"/>
          <p:cNvSpPr/>
          <p:nvPr/>
        </p:nvSpPr>
        <p:spPr>
          <a:xfrm rot="10800000">
            <a:off x="3149431" y="-27943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16"/>
          <p:cNvSpPr/>
          <p:nvPr/>
        </p:nvSpPr>
        <p:spPr>
          <a:xfrm>
            <a:off x="7954078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16"/>
          <p:cNvSpPr/>
          <p:nvPr/>
        </p:nvSpPr>
        <p:spPr>
          <a:xfrm>
            <a:off x="7950402" y="511525"/>
            <a:ext cx="4238238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16"/>
          <p:cNvSpPr/>
          <p:nvPr/>
        </p:nvSpPr>
        <p:spPr>
          <a:xfrm>
            <a:off x="10071987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16"/>
          <p:cNvSpPr/>
          <p:nvPr/>
        </p:nvSpPr>
        <p:spPr>
          <a:xfrm>
            <a:off x="7950117" y="2629421"/>
            <a:ext cx="4238268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16"/>
          <p:cNvSpPr/>
          <p:nvPr/>
        </p:nvSpPr>
        <p:spPr>
          <a:xfrm>
            <a:off x="7949836" y="4747312"/>
            <a:ext cx="4238250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6"/>
          <p:cNvSpPr/>
          <p:nvPr/>
        </p:nvSpPr>
        <p:spPr>
          <a:xfrm>
            <a:off x="9013016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16"/>
          <p:cNvSpPr/>
          <p:nvPr/>
        </p:nvSpPr>
        <p:spPr>
          <a:xfrm>
            <a:off x="7950262" y="1570470"/>
            <a:ext cx="4238252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16"/>
          <p:cNvSpPr/>
          <p:nvPr/>
        </p:nvSpPr>
        <p:spPr>
          <a:xfrm>
            <a:off x="11130893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16"/>
          <p:cNvSpPr/>
          <p:nvPr/>
        </p:nvSpPr>
        <p:spPr>
          <a:xfrm>
            <a:off x="7949977" y="3688366"/>
            <a:ext cx="4238238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16"/>
          <p:cNvSpPr/>
          <p:nvPr/>
        </p:nvSpPr>
        <p:spPr>
          <a:xfrm>
            <a:off x="7949697" y="5806263"/>
            <a:ext cx="4238264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16"/>
          <p:cNvSpPr/>
          <p:nvPr/>
        </p:nvSpPr>
        <p:spPr>
          <a:xfrm>
            <a:off x="8483532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16"/>
          <p:cNvSpPr/>
          <p:nvPr/>
        </p:nvSpPr>
        <p:spPr>
          <a:xfrm>
            <a:off x="7950330" y="1040997"/>
            <a:ext cx="42382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16"/>
          <p:cNvSpPr/>
          <p:nvPr/>
        </p:nvSpPr>
        <p:spPr>
          <a:xfrm>
            <a:off x="10601471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16"/>
          <p:cNvSpPr/>
          <p:nvPr/>
        </p:nvSpPr>
        <p:spPr>
          <a:xfrm>
            <a:off x="7950049" y="3158894"/>
            <a:ext cx="4238252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16"/>
          <p:cNvSpPr/>
          <p:nvPr/>
        </p:nvSpPr>
        <p:spPr>
          <a:xfrm>
            <a:off x="7949768" y="5276790"/>
            <a:ext cx="4238277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16"/>
          <p:cNvSpPr/>
          <p:nvPr/>
        </p:nvSpPr>
        <p:spPr>
          <a:xfrm>
            <a:off x="9542501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16"/>
          <p:cNvSpPr/>
          <p:nvPr/>
        </p:nvSpPr>
        <p:spPr>
          <a:xfrm>
            <a:off x="7950189" y="2099949"/>
            <a:ext cx="4238238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16"/>
          <p:cNvSpPr/>
          <p:nvPr/>
        </p:nvSpPr>
        <p:spPr>
          <a:xfrm>
            <a:off x="11660377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16"/>
          <p:cNvSpPr/>
          <p:nvPr/>
        </p:nvSpPr>
        <p:spPr>
          <a:xfrm>
            <a:off x="7949909" y="4217839"/>
            <a:ext cx="4238263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16"/>
          <p:cNvSpPr/>
          <p:nvPr/>
        </p:nvSpPr>
        <p:spPr>
          <a:xfrm>
            <a:off x="7949628" y="6335736"/>
            <a:ext cx="4238247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16"/>
          <p:cNvSpPr/>
          <p:nvPr/>
        </p:nvSpPr>
        <p:spPr>
          <a:xfrm rot="5400000">
            <a:off x="10604613" y="42272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07" name="Google Shape;707;p16"/>
          <p:cNvSpPr/>
          <p:nvPr/>
        </p:nvSpPr>
        <p:spPr>
          <a:xfrm>
            <a:off x="10072125" y="3696795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08" name="Google Shape;708;p16"/>
          <p:cNvSpPr/>
          <p:nvPr/>
        </p:nvSpPr>
        <p:spPr>
          <a:xfrm rot="5400000">
            <a:off x="9537913" y="316455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09" name="Google Shape;709;p16"/>
          <p:cNvSpPr/>
          <p:nvPr/>
        </p:nvSpPr>
        <p:spPr>
          <a:xfrm>
            <a:off x="10072125" y="2639783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0" name="Google Shape;710;p16"/>
          <p:cNvSpPr/>
          <p:nvPr/>
        </p:nvSpPr>
        <p:spPr>
          <a:xfrm>
            <a:off x="10072125" y="519425"/>
            <a:ext cx="15897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1" name="Google Shape;711;p16"/>
          <p:cNvSpPr/>
          <p:nvPr/>
        </p:nvSpPr>
        <p:spPr>
          <a:xfrm rot="5400000">
            <a:off x="10072875" y="1577975"/>
            <a:ext cx="26475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2" name="Google Shape;712;p16"/>
          <p:cNvSpPr/>
          <p:nvPr/>
        </p:nvSpPr>
        <p:spPr>
          <a:xfrm rot="10800000">
            <a:off x="11134206" y="516632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16"/>
          <p:cNvSpPr/>
          <p:nvPr/>
        </p:nvSpPr>
        <p:spPr>
          <a:xfrm flipH="1">
            <a:off x="11134231" y="2639123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16"/>
          <p:cNvSpPr/>
          <p:nvPr/>
        </p:nvSpPr>
        <p:spPr>
          <a:xfrm rot="10800000" flipH="1">
            <a:off x="10064988" y="2639122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16"/>
          <p:cNvSpPr/>
          <p:nvPr/>
        </p:nvSpPr>
        <p:spPr>
          <a:xfrm rot="5400000" flipH="1">
            <a:off x="10064995" y="369148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16"/>
          <p:cNvSpPr/>
          <p:nvPr/>
        </p:nvSpPr>
        <p:spPr>
          <a:xfrm rot="-5400000" flipH="1">
            <a:off x="11134209" y="3696090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16"/>
          <p:cNvSpPr/>
          <p:nvPr/>
        </p:nvSpPr>
        <p:spPr>
          <a:xfrm rot="10800000">
            <a:off x="7958328" y="3692183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8" name="Google Shape;718;p16"/>
          <p:cNvSpPr/>
          <p:nvPr/>
        </p:nvSpPr>
        <p:spPr>
          <a:xfrm rot="5400000">
            <a:off x="7434738" y="42272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9" name="Google Shape;719;p16"/>
          <p:cNvSpPr/>
          <p:nvPr/>
        </p:nvSpPr>
        <p:spPr>
          <a:xfrm rot="10800000" flipH="1">
            <a:off x="7964350" y="3691485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16"/>
          <p:cNvSpPr/>
          <p:nvPr/>
        </p:nvSpPr>
        <p:spPr>
          <a:xfrm>
            <a:off x="7964400" y="581180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1" name="Google Shape;721;p16"/>
          <p:cNvSpPr/>
          <p:nvPr/>
        </p:nvSpPr>
        <p:spPr>
          <a:xfrm>
            <a:off x="9018375" y="0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2" name="Google Shape;722;p16"/>
          <p:cNvSpPr/>
          <p:nvPr/>
        </p:nvSpPr>
        <p:spPr>
          <a:xfrm rot="5400000">
            <a:off x="8222475" y="1306303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3" name="Google Shape;723;p16"/>
          <p:cNvSpPr/>
          <p:nvPr/>
        </p:nvSpPr>
        <p:spPr>
          <a:xfrm>
            <a:off x="9019125" y="4744950"/>
            <a:ext cx="528900" cy="21129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4" name="Google Shape;724;p16"/>
          <p:cNvSpPr/>
          <p:nvPr/>
        </p:nvSpPr>
        <p:spPr>
          <a:xfrm rot="-5400000">
            <a:off x="11397160" y="5540025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5" name="Google Shape;725;p16"/>
          <p:cNvSpPr/>
          <p:nvPr/>
        </p:nvSpPr>
        <p:spPr>
          <a:xfrm>
            <a:off x="10077075" y="4753100"/>
            <a:ext cx="528900" cy="21129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6" name="Google Shape;726;p16"/>
          <p:cNvSpPr/>
          <p:nvPr/>
        </p:nvSpPr>
        <p:spPr>
          <a:xfrm>
            <a:off x="11135025" y="5813900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7" name="Google Shape;727;p16"/>
          <p:cNvSpPr/>
          <p:nvPr/>
        </p:nvSpPr>
        <p:spPr>
          <a:xfrm rot="10800000" flipH="1">
            <a:off x="11135025" y="5813910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6"/>
          <p:cNvSpPr/>
          <p:nvPr/>
        </p:nvSpPr>
        <p:spPr>
          <a:xfrm rot="10800000">
            <a:off x="7949625" y="1046928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9" name="Google Shape;729;p16"/>
          <p:cNvSpPr txBox="1">
            <a:spLocks noGrp="1"/>
          </p:cNvSpPr>
          <p:nvPr>
            <p:ph type="title"/>
          </p:nvPr>
        </p:nvSpPr>
        <p:spPr>
          <a:xfrm>
            <a:off x="653673" y="600200"/>
            <a:ext cx="69474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4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730" name="Google Shape;730;p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1" name="Google Shape;731;p16"/>
          <p:cNvSpPr/>
          <p:nvPr/>
        </p:nvSpPr>
        <p:spPr>
          <a:xfrm rot="-5400000" flipH="1">
            <a:off x="8487932" y="104623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image with Caption">
  <p:cSld name="CAPTION_ONLY"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7"/>
          <p:cNvSpPr>
            <a:spLocks noGrp="1"/>
          </p:cNvSpPr>
          <p:nvPr>
            <p:ph type="pic" idx="2"/>
          </p:nvPr>
        </p:nvSpPr>
        <p:spPr>
          <a:xfrm>
            <a:off x="1875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734" name="Google Shape;734;p17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49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735" name="Google Shape;735;p1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" name="Google Shape;737;p18"/>
          <p:cNvGrpSpPr/>
          <p:nvPr/>
        </p:nvGrpSpPr>
        <p:grpSpPr>
          <a:xfrm>
            <a:off x="-25943" y="-27948"/>
            <a:ext cx="12217854" cy="6914131"/>
            <a:chOff x="-25943" y="-27948"/>
            <a:chExt cx="12217854" cy="6914131"/>
          </a:xfrm>
        </p:grpSpPr>
        <p:grpSp>
          <p:nvGrpSpPr>
            <p:cNvPr id="738" name="Google Shape;738;p18"/>
            <p:cNvGrpSpPr/>
            <p:nvPr/>
          </p:nvGrpSpPr>
          <p:grpSpPr>
            <a:xfrm>
              <a:off x="5816035" y="-27948"/>
              <a:ext cx="6375876" cy="6911067"/>
              <a:chOff x="3744151" y="3553"/>
              <a:chExt cx="4037153" cy="4376032"/>
            </a:xfrm>
          </p:grpSpPr>
          <p:sp>
            <p:nvSpPr>
              <p:cNvPr id="739" name="Google Shape;739;p18"/>
              <p:cNvSpPr/>
              <p:nvPr/>
            </p:nvSpPr>
            <p:spPr>
              <a:xfrm>
                <a:off x="3746964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18"/>
              <p:cNvSpPr/>
              <p:nvPr/>
            </p:nvSpPr>
            <p:spPr>
              <a:xfrm>
                <a:off x="3744887" y="345147"/>
                <a:ext cx="4036417" cy="4993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3" extrusionOk="0">
                    <a:moveTo>
                      <a:pt x="4036418" y="4994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18"/>
              <p:cNvSpPr/>
              <p:nvPr/>
            </p:nvSpPr>
            <p:spPr>
              <a:xfrm>
                <a:off x="5088007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2" name="Google Shape;742;p18"/>
              <p:cNvSpPr/>
              <p:nvPr/>
            </p:nvSpPr>
            <p:spPr>
              <a:xfrm>
                <a:off x="3744616" y="1686181"/>
                <a:ext cx="4036446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46" h="4991" extrusionOk="0">
                    <a:moveTo>
                      <a:pt x="4036446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" name="Google Shape;743;p18"/>
              <p:cNvSpPr/>
              <p:nvPr/>
            </p:nvSpPr>
            <p:spPr>
              <a:xfrm>
                <a:off x="6429029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" name="Google Shape;744;p18"/>
              <p:cNvSpPr/>
              <p:nvPr/>
            </p:nvSpPr>
            <p:spPr>
              <a:xfrm>
                <a:off x="3744349" y="3027212"/>
                <a:ext cx="4036429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29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18"/>
              <p:cNvSpPr/>
              <p:nvPr/>
            </p:nvSpPr>
            <p:spPr>
              <a:xfrm>
                <a:off x="4417475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18"/>
              <p:cNvSpPr/>
              <p:nvPr/>
            </p:nvSpPr>
            <p:spPr>
              <a:xfrm>
                <a:off x="3744754" y="1015662"/>
                <a:ext cx="4036430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30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18"/>
              <p:cNvSpPr/>
              <p:nvPr/>
            </p:nvSpPr>
            <p:spPr>
              <a:xfrm>
                <a:off x="5758498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18"/>
              <p:cNvSpPr/>
              <p:nvPr/>
            </p:nvSpPr>
            <p:spPr>
              <a:xfrm>
                <a:off x="3744483" y="2356696"/>
                <a:ext cx="4036417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5" extrusionOk="0">
                    <a:moveTo>
                      <a:pt x="4036418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18"/>
              <p:cNvSpPr/>
              <p:nvPr/>
            </p:nvSpPr>
            <p:spPr>
              <a:xfrm>
                <a:off x="7099561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18"/>
              <p:cNvSpPr/>
              <p:nvPr/>
            </p:nvSpPr>
            <p:spPr>
              <a:xfrm>
                <a:off x="3744216" y="3697731"/>
                <a:ext cx="4036442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42" h="4991" extrusionOk="0">
                    <a:moveTo>
                      <a:pt x="4036442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18"/>
              <p:cNvSpPr/>
              <p:nvPr/>
            </p:nvSpPr>
            <p:spPr>
              <a:xfrm>
                <a:off x="4082210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18"/>
              <p:cNvSpPr/>
              <p:nvPr/>
            </p:nvSpPr>
            <p:spPr>
              <a:xfrm>
                <a:off x="3744819" y="680404"/>
                <a:ext cx="4036445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45" h="4995" extrusionOk="0">
                    <a:moveTo>
                      <a:pt x="4036446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p18"/>
              <p:cNvSpPr/>
              <p:nvPr/>
            </p:nvSpPr>
            <p:spPr>
              <a:xfrm>
                <a:off x="5423272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18"/>
              <p:cNvSpPr/>
              <p:nvPr/>
            </p:nvSpPr>
            <p:spPr>
              <a:xfrm>
                <a:off x="3744551" y="2021439"/>
                <a:ext cx="4036430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30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18"/>
              <p:cNvSpPr/>
              <p:nvPr/>
            </p:nvSpPr>
            <p:spPr>
              <a:xfrm>
                <a:off x="6764295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" name="Google Shape;756;p18"/>
              <p:cNvSpPr/>
              <p:nvPr/>
            </p:nvSpPr>
            <p:spPr>
              <a:xfrm>
                <a:off x="3744284" y="3362473"/>
                <a:ext cx="4036454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54" h="4991" extrusionOk="0">
                    <a:moveTo>
                      <a:pt x="4036455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" name="Google Shape;757;p18"/>
              <p:cNvSpPr/>
              <p:nvPr/>
            </p:nvSpPr>
            <p:spPr>
              <a:xfrm>
                <a:off x="4752741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" name="Google Shape;758;p18"/>
              <p:cNvSpPr/>
              <p:nvPr/>
            </p:nvSpPr>
            <p:spPr>
              <a:xfrm>
                <a:off x="3744685" y="1350924"/>
                <a:ext cx="4036417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1" extrusionOk="0">
                    <a:moveTo>
                      <a:pt x="4036418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18"/>
              <p:cNvSpPr/>
              <p:nvPr/>
            </p:nvSpPr>
            <p:spPr>
              <a:xfrm>
                <a:off x="6093763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" name="Google Shape;760;p18"/>
              <p:cNvSpPr/>
              <p:nvPr/>
            </p:nvSpPr>
            <p:spPr>
              <a:xfrm>
                <a:off x="3744418" y="2691954"/>
                <a:ext cx="4036441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41" h="4995" extrusionOk="0">
                    <a:moveTo>
                      <a:pt x="4036442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" name="Google Shape;761;p18"/>
              <p:cNvSpPr/>
              <p:nvPr/>
            </p:nvSpPr>
            <p:spPr>
              <a:xfrm>
                <a:off x="7434826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" name="Google Shape;762;p18"/>
              <p:cNvSpPr/>
              <p:nvPr/>
            </p:nvSpPr>
            <p:spPr>
              <a:xfrm>
                <a:off x="3744151" y="4032989"/>
                <a:ext cx="4036426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26" h="4995" extrusionOk="0">
                    <a:moveTo>
                      <a:pt x="4036426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63" name="Google Shape;763;p18"/>
            <p:cNvSpPr/>
            <p:nvPr/>
          </p:nvSpPr>
          <p:spPr>
            <a:xfrm>
              <a:off x="1061" y="511525"/>
              <a:ext cx="5812440" cy="7889"/>
            </a:xfrm>
            <a:custGeom>
              <a:avLst/>
              <a:gdLst/>
              <a:ahLst/>
              <a:cxnLst/>
              <a:rect l="l" t="t" r="r" b="b"/>
              <a:pathLst>
                <a:path w="4036417" h="4993" extrusionOk="0">
                  <a:moveTo>
                    <a:pt x="4036418" y="4994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18"/>
            <p:cNvSpPr/>
            <p:nvPr/>
          </p:nvSpPr>
          <p:spPr>
            <a:xfrm>
              <a:off x="1562512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18"/>
            <p:cNvSpPr/>
            <p:nvPr/>
          </p:nvSpPr>
          <p:spPr>
            <a:xfrm>
              <a:off x="671" y="2629421"/>
              <a:ext cx="5812482" cy="7886"/>
            </a:xfrm>
            <a:custGeom>
              <a:avLst/>
              <a:gdLst/>
              <a:ahLst/>
              <a:cxnLst/>
              <a:rect l="l" t="t" r="r" b="b"/>
              <a:pathLst>
                <a:path w="4036446" h="4991" extrusionOk="0">
                  <a:moveTo>
                    <a:pt x="4036446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18"/>
            <p:cNvSpPr/>
            <p:nvPr/>
          </p:nvSpPr>
          <p:spPr>
            <a:xfrm>
              <a:off x="3680388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18"/>
            <p:cNvSpPr/>
            <p:nvPr/>
          </p:nvSpPr>
          <p:spPr>
            <a:xfrm>
              <a:off x="286" y="4747312"/>
              <a:ext cx="5812458" cy="7892"/>
            </a:xfrm>
            <a:custGeom>
              <a:avLst/>
              <a:gdLst/>
              <a:ahLst/>
              <a:cxnLst/>
              <a:rect l="l" t="t" r="r" b="b"/>
              <a:pathLst>
                <a:path w="4036429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18"/>
            <p:cNvSpPr/>
            <p:nvPr/>
          </p:nvSpPr>
          <p:spPr>
            <a:xfrm>
              <a:off x="503541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18"/>
            <p:cNvSpPr/>
            <p:nvPr/>
          </p:nvSpPr>
          <p:spPr>
            <a:xfrm>
              <a:off x="870" y="1570470"/>
              <a:ext cx="5812459" cy="7892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18"/>
            <p:cNvSpPr/>
            <p:nvPr/>
          </p:nvSpPr>
          <p:spPr>
            <a:xfrm>
              <a:off x="2621418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18"/>
            <p:cNvSpPr/>
            <p:nvPr/>
          </p:nvSpPr>
          <p:spPr>
            <a:xfrm>
              <a:off x="479" y="3688366"/>
              <a:ext cx="5812440" cy="7892"/>
            </a:xfrm>
            <a:custGeom>
              <a:avLst/>
              <a:gdLst/>
              <a:ahLst/>
              <a:cxnLst/>
              <a:rect l="l" t="t" r="r" b="b"/>
              <a:pathLst>
                <a:path w="4036417" h="4995" extrusionOk="0">
                  <a:moveTo>
                    <a:pt x="4036418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18"/>
            <p:cNvSpPr/>
            <p:nvPr/>
          </p:nvSpPr>
          <p:spPr>
            <a:xfrm>
              <a:off x="4739359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18"/>
            <p:cNvSpPr/>
            <p:nvPr/>
          </p:nvSpPr>
          <p:spPr>
            <a:xfrm>
              <a:off x="95" y="5806263"/>
              <a:ext cx="5812476" cy="7886"/>
            </a:xfrm>
            <a:custGeom>
              <a:avLst/>
              <a:gdLst/>
              <a:ahLst/>
              <a:cxnLst/>
              <a:rect l="l" t="t" r="r" b="b"/>
              <a:pathLst>
                <a:path w="4036442" h="4991" extrusionOk="0">
                  <a:moveTo>
                    <a:pt x="4036442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18"/>
            <p:cNvSpPr/>
            <p:nvPr/>
          </p:nvSpPr>
          <p:spPr>
            <a:xfrm>
              <a:off x="-25943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18"/>
            <p:cNvSpPr/>
            <p:nvPr/>
          </p:nvSpPr>
          <p:spPr>
            <a:xfrm>
              <a:off x="963" y="1040997"/>
              <a:ext cx="5812481" cy="7892"/>
            </a:xfrm>
            <a:custGeom>
              <a:avLst/>
              <a:gdLst/>
              <a:ahLst/>
              <a:cxnLst/>
              <a:rect l="l" t="t" r="r" b="b"/>
              <a:pathLst>
                <a:path w="4036445" h="4995" extrusionOk="0">
                  <a:moveTo>
                    <a:pt x="403644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18"/>
            <p:cNvSpPr/>
            <p:nvPr/>
          </p:nvSpPr>
          <p:spPr>
            <a:xfrm>
              <a:off x="2091996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18"/>
            <p:cNvSpPr/>
            <p:nvPr/>
          </p:nvSpPr>
          <p:spPr>
            <a:xfrm>
              <a:off x="577" y="3158894"/>
              <a:ext cx="5812459" cy="7892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18"/>
            <p:cNvSpPr/>
            <p:nvPr/>
          </p:nvSpPr>
          <p:spPr>
            <a:xfrm>
              <a:off x="4209874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18"/>
            <p:cNvSpPr/>
            <p:nvPr/>
          </p:nvSpPr>
          <p:spPr>
            <a:xfrm>
              <a:off x="193" y="5276790"/>
              <a:ext cx="5812494" cy="7886"/>
            </a:xfrm>
            <a:custGeom>
              <a:avLst/>
              <a:gdLst/>
              <a:ahLst/>
              <a:cxnLst/>
              <a:rect l="l" t="t" r="r" b="b"/>
              <a:pathLst>
                <a:path w="4036454" h="4991" extrusionOk="0">
                  <a:moveTo>
                    <a:pt x="4036455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18"/>
            <p:cNvSpPr/>
            <p:nvPr/>
          </p:nvSpPr>
          <p:spPr>
            <a:xfrm>
              <a:off x="1033026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18"/>
            <p:cNvSpPr/>
            <p:nvPr/>
          </p:nvSpPr>
          <p:spPr>
            <a:xfrm>
              <a:off x="770" y="2099949"/>
              <a:ext cx="5812440" cy="7886"/>
            </a:xfrm>
            <a:custGeom>
              <a:avLst/>
              <a:gdLst/>
              <a:ahLst/>
              <a:cxnLst/>
              <a:rect l="l" t="t" r="r" b="b"/>
              <a:pathLst>
                <a:path w="4036417" h="4991" extrusionOk="0">
                  <a:moveTo>
                    <a:pt x="4036418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18"/>
            <p:cNvSpPr/>
            <p:nvPr/>
          </p:nvSpPr>
          <p:spPr>
            <a:xfrm>
              <a:off x="3150902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18"/>
            <p:cNvSpPr/>
            <p:nvPr/>
          </p:nvSpPr>
          <p:spPr>
            <a:xfrm>
              <a:off x="386" y="4217839"/>
              <a:ext cx="5812475" cy="7892"/>
            </a:xfrm>
            <a:custGeom>
              <a:avLst/>
              <a:gdLst/>
              <a:ahLst/>
              <a:cxnLst/>
              <a:rect l="l" t="t" r="r" b="b"/>
              <a:pathLst>
                <a:path w="4036441" h="4995" extrusionOk="0">
                  <a:moveTo>
                    <a:pt x="4036442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18"/>
            <p:cNvSpPr/>
            <p:nvPr/>
          </p:nvSpPr>
          <p:spPr>
            <a:xfrm>
              <a:off x="5268843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18"/>
            <p:cNvSpPr/>
            <p:nvPr/>
          </p:nvSpPr>
          <p:spPr>
            <a:xfrm>
              <a:off x="1" y="6335736"/>
              <a:ext cx="5812453" cy="7892"/>
            </a:xfrm>
            <a:custGeom>
              <a:avLst/>
              <a:gdLst/>
              <a:ahLst/>
              <a:cxnLst/>
              <a:rect l="l" t="t" r="r" b="b"/>
              <a:pathLst>
                <a:path w="4036426" h="4995" extrusionOk="0">
                  <a:moveTo>
                    <a:pt x="403642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6" name="Google Shape;786;p18"/>
          <p:cNvSpPr/>
          <p:nvPr/>
        </p:nvSpPr>
        <p:spPr>
          <a:xfrm>
            <a:off x="-12900" y="1417950"/>
            <a:ext cx="12217800" cy="402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87" name="Google Shape;787;p1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8" name="Google Shape;788;p18"/>
          <p:cNvSpPr/>
          <p:nvPr/>
        </p:nvSpPr>
        <p:spPr>
          <a:xfrm>
            <a:off x="10538" y="512860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89" name="Google Shape;789;p18"/>
          <p:cNvSpPr/>
          <p:nvPr/>
        </p:nvSpPr>
        <p:spPr>
          <a:xfrm rot="5400000">
            <a:off x="-280812" y="223542"/>
            <a:ext cx="11040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0" name="Google Shape;790;p18"/>
          <p:cNvSpPr/>
          <p:nvPr/>
        </p:nvSpPr>
        <p:spPr>
          <a:xfrm rot="5400000" flipH="1">
            <a:off x="3407" y="507548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18"/>
          <p:cNvSpPr/>
          <p:nvPr/>
        </p:nvSpPr>
        <p:spPr>
          <a:xfrm rot="-5400000">
            <a:off x="4479785" y="6089759"/>
            <a:ext cx="10599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2" name="Google Shape;792;p18"/>
          <p:cNvSpPr/>
          <p:nvPr/>
        </p:nvSpPr>
        <p:spPr>
          <a:xfrm rot="10800000">
            <a:off x="3679865" y="5831195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3" name="Google Shape;793;p18"/>
          <p:cNvSpPr/>
          <p:nvPr/>
        </p:nvSpPr>
        <p:spPr>
          <a:xfrm rot="-5400000" flipH="1">
            <a:off x="4744497" y="5830511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18"/>
          <p:cNvSpPr/>
          <p:nvPr/>
        </p:nvSpPr>
        <p:spPr>
          <a:xfrm>
            <a:off x="536675" y="581385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5" name="Google Shape;795;p18"/>
          <p:cNvSpPr/>
          <p:nvPr/>
        </p:nvSpPr>
        <p:spPr>
          <a:xfrm rot="5400000">
            <a:off x="10865500" y="266253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6" name="Google Shape;796;p18"/>
          <p:cNvSpPr/>
          <p:nvPr/>
        </p:nvSpPr>
        <p:spPr>
          <a:xfrm>
            <a:off x="7963003" y="509759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7" name="Google Shape;797;p18"/>
          <p:cNvSpPr/>
          <p:nvPr/>
        </p:nvSpPr>
        <p:spPr>
          <a:xfrm rot="10800000">
            <a:off x="7963001" y="-33541"/>
            <a:ext cx="528900" cy="10722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8" name="Google Shape;798;p18"/>
          <p:cNvSpPr/>
          <p:nvPr/>
        </p:nvSpPr>
        <p:spPr>
          <a:xfrm>
            <a:off x="7962207" y="509061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18"/>
          <p:cNvSpPr/>
          <p:nvPr/>
        </p:nvSpPr>
        <p:spPr>
          <a:xfrm rot="10800000">
            <a:off x="11131750" y="6351003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0" name="Google Shape;800;p18"/>
          <p:cNvSpPr/>
          <p:nvPr/>
        </p:nvSpPr>
        <p:spPr>
          <a:xfrm>
            <a:off x="9546625" y="5830450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1" name="Google Shape;801;p18"/>
          <p:cNvSpPr/>
          <p:nvPr/>
        </p:nvSpPr>
        <p:spPr>
          <a:xfrm>
            <a:off x="2090175" y="-28000"/>
            <a:ext cx="15897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2" name="Google Shape;802;p18"/>
          <p:cNvSpPr/>
          <p:nvPr/>
        </p:nvSpPr>
        <p:spPr>
          <a:xfrm rot="5400000">
            <a:off x="2883825" y="237700"/>
            <a:ext cx="10617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3" name="Google Shape;803;p18"/>
          <p:cNvSpPr/>
          <p:nvPr/>
        </p:nvSpPr>
        <p:spPr>
          <a:xfrm rot="10800000">
            <a:off x="3149431" y="-27943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18"/>
          <p:cNvSpPr txBox="1">
            <a:spLocks noGrp="1"/>
          </p:cNvSpPr>
          <p:nvPr>
            <p:ph type="title" hasCustomPrompt="1"/>
          </p:nvPr>
        </p:nvSpPr>
        <p:spPr>
          <a:xfrm>
            <a:off x="258300" y="1857375"/>
            <a:ext cx="11675400" cy="2624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805" name="Google Shape;805;p18"/>
          <p:cNvSpPr txBox="1">
            <a:spLocks noGrp="1"/>
          </p:cNvSpPr>
          <p:nvPr>
            <p:ph type="body" idx="1"/>
          </p:nvPr>
        </p:nvSpPr>
        <p:spPr>
          <a:xfrm>
            <a:off x="258300" y="4537575"/>
            <a:ext cx="11675400" cy="415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algn="ctr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000"/>
            </a:lvl1pPr>
            <a:lvl2pPr marL="914400" lvl="1" indent="-381000" algn="ctr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ctr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ctr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806" name="Google Shape;806;p18"/>
          <p:cNvSpPr txBox="1">
            <a:spLocks noGrp="1"/>
          </p:cNvSpPr>
          <p:nvPr>
            <p:ph type="sldNum" idx="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7" name="Google Shape;807;p18"/>
          <p:cNvSpPr/>
          <p:nvPr/>
        </p:nvSpPr>
        <p:spPr>
          <a:xfrm rot="10800000" flipH="1">
            <a:off x="6899335" y="6355049"/>
            <a:ext cx="15897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8" name="Google Shape;808;p18"/>
          <p:cNvSpPr/>
          <p:nvPr/>
        </p:nvSpPr>
        <p:spPr>
          <a:xfrm rot="5400000" flipH="1">
            <a:off x="7690446" y="6086844"/>
            <a:ext cx="10668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9" name="Google Shape;809;p18"/>
          <p:cNvSpPr/>
          <p:nvPr/>
        </p:nvSpPr>
        <p:spPr>
          <a:xfrm flipH="1">
            <a:off x="7961417" y="6357955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18"/>
          <p:cNvSpPr/>
          <p:nvPr/>
        </p:nvSpPr>
        <p:spPr>
          <a:xfrm>
            <a:off x="1554480" y="5821350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1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 SlidesMania - Do not remove">
  <p:cSld name="BLANK_1"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2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15" name="Google Shape;815;p2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16" name="Google Shape;816;p2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0"/>
            <p:cNvSpPr txBox="1"/>
            <p:nvPr/>
          </p:nvSpPr>
          <p:spPr>
            <a:xfrm>
              <a:off x="463500" y="2858044"/>
              <a:ext cx="8956500" cy="383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b="1">
                  <a:solidFill>
                    <a:srgbClr val="3F3F3F"/>
                  </a:solidFill>
                  <a:latin typeface="Georgia"/>
                  <a:ea typeface="Georgia"/>
                  <a:cs typeface="Georgia"/>
                  <a:sym typeface="Georgia"/>
                </a:rPr>
                <a:t>Free </a:t>
              </a:r>
              <a:r>
                <a:rPr lang="en" sz="3600">
                  <a:solidFill>
                    <a:srgbClr val="3F3F3F"/>
                  </a:solidFill>
                  <a:latin typeface="Georgia"/>
                  <a:ea typeface="Georgia"/>
                  <a:cs typeface="Georgia"/>
                  <a:sym typeface="Georgia"/>
                </a:rPr>
                <a:t>themes and templates for </a:t>
              </a:r>
              <a:r>
                <a:rPr lang="en" sz="3600" b="1">
                  <a:solidFill>
                    <a:srgbClr val="3F3F3F"/>
                  </a:solidFill>
                  <a:latin typeface="Georgia"/>
                  <a:ea typeface="Georgia"/>
                  <a:cs typeface="Georgia"/>
                  <a:sym typeface="Georgia"/>
                </a:rPr>
                <a:t>Google Slides</a:t>
              </a:r>
              <a:r>
                <a:rPr lang="en" sz="3600">
                  <a:solidFill>
                    <a:srgbClr val="3F3F3F"/>
                  </a:solidFill>
                  <a:latin typeface="Georgia"/>
                  <a:ea typeface="Georgia"/>
                  <a:cs typeface="Georgia"/>
                  <a:sym typeface="Georgia"/>
                </a:rPr>
                <a:t> or </a:t>
              </a:r>
              <a:r>
                <a:rPr lang="en" sz="3600" b="1">
                  <a:solidFill>
                    <a:srgbClr val="3F3F3F"/>
                  </a:solidFill>
                  <a:latin typeface="Georgia"/>
                  <a:ea typeface="Georgia"/>
                  <a:cs typeface="Georgia"/>
                  <a:sym typeface="Georgia"/>
                </a:rPr>
                <a:t>PowerPoint</a:t>
              </a:r>
              <a:endParaRPr sz="3600" b="1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FFCB25"/>
                  </a:solidFill>
                  <a:latin typeface="Georgia"/>
                  <a:ea typeface="Georgia"/>
                  <a:cs typeface="Georgia"/>
                  <a:sym typeface="Georgia"/>
                </a:rPr>
                <a:t>NOT to be sold as is or modified!</a:t>
              </a:r>
              <a:endParaRPr sz="3000" b="1">
                <a:solidFill>
                  <a:srgbClr val="FFCB25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3F3F3F"/>
                  </a:solidFill>
                  <a:latin typeface="Georgia"/>
                  <a:ea typeface="Georgia"/>
                  <a:cs typeface="Georgia"/>
                  <a:sym typeface="Georgia"/>
                </a:rPr>
                <a:t>Read </a:t>
              </a:r>
              <a:r>
                <a:rPr lang="en" sz="2700" u="sng">
                  <a:solidFill>
                    <a:srgbClr val="3F3F3F"/>
                  </a:solidFill>
                  <a:latin typeface="Georgia"/>
                  <a:ea typeface="Georgia"/>
                  <a:cs typeface="Georgia"/>
                  <a:sym typeface="Georgia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FAQ</a:t>
              </a:r>
              <a:r>
                <a:rPr lang="en" sz="4400" b="1">
                  <a:solidFill>
                    <a:srgbClr val="FFCB25"/>
                  </a:solidFill>
                  <a:latin typeface="Georgia"/>
                  <a:ea typeface="Georgia"/>
                  <a:cs typeface="Georgia"/>
                  <a:sym typeface="Georgia"/>
                </a:rPr>
                <a:t> </a:t>
              </a:r>
              <a:r>
                <a:rPr lang="en" sz="2700">
                  <a:solidFill>
                    <a:srgbClr val="3F3F3F"/>
                  </a:solidFill>
                  <a:latin typeface="Georgia"/>
                  <a:ea typeface="Georgia"/>
                  <a:cs typeface="Georgia"/>
                  <a:sym typeface="Georgia"/>
                </a:rPr>
                <a:t>on slidesmania.com</a:t>
              </a:r>
              <a:endParaRPr sz="2700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3F3F3F"/>
                  </a:solidFill>
                  <a:latin typeface="Georgia"/>
                  <a:ea typeface="Georgia"/>
                  <a:cs typeface="Georgia"/>
                  <a:sym typeface="Georgia"/>
                </a:rPr>
                <a:t>Do not remove the slidesmania.com text on the sides.</a:t>
              </a:r>
              <a:endParaRPr sz="2000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cxnSp>
          <p:nvCxnSpPr>
            <p:cNvPr id="818" name="Google Shape;818;p20"/>
            <p:cNvCxnSpPr/>
            <p:nvPr/>
          </p:nvCxnSpPr>
          <p:spPr>
            <a:xfrm>
              <a:off x="10423367" y="5688858"/>
              <a:ext cx="1495200" cy="12900"/>
            </a:xfrm>
            <a:prstGeom prst="straightConnector1">
              <a:avLst/>
            </a:prstGeom>
            <a:noFill/>
            <a:ln w="38100" cap="flat" cmpd="sng">
              <a:solidFill>
                <a:srgbClr val="FFCB2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819" name="Google Shape;819;p20">
              <a:hlinkClick r:id="rId3"/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82558" y="5912306"/>
              <a:ext cx="713232" cy="63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0" name="Google Shape;820;p20">
              <a:hlinkClick r:id="rId5"/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64428" y="5916798"/>
              <a:ext cx="708660" cy="628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1" name="Google Shape;821;p20">
              <a:hlinkClick r:id="rId7"/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541715" y="5905569"/>
              <a:ext cx="612648" cy="6243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2" name="Google Shape;822;p20">
              <a:hlinkClick r:id="rId9"/>
            </p:cNvPr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1219049" y="5916799"/>
              <a:ext cx="699516" cy="6019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3" name="Google Shape;823;p20"/>
            <p:cNvSpPr txBox="1"/>
            <p:nvPr/>
          </p:nvSpPr>
          <p:spPr>
            <a:xfrm>
              <a:off x="7072500" y="4813375"/>
              <a:ext cx="4915500" cy="100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rgbClr val="252525"/>
                  </a:solidFill>
                  <a:latin typeface="Georgia"/>
                  <a:ea typeface="Georgia"/>
                  <a:cs typeface="Georgia"/>
                  <a:sym typeface="Georgia"/>
                </a:rPr>
                <a:t>Sharing is caring!</a:t>
              </a:r>
              <a:endParaRPr sz="2400" b="1">
                <a:solidFill>
                  <a:srgbClr val="252525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pic>
        <p:nvPicPr>
          <p:cNvPr id="824" name="Google Shape;824;p20"/>
          <p:cNvPicPr preferRelativeResize="0"/>
          <p:nvPr/>
        </p:nvPicPr>
        <p:blipFill rotWithShape="1">
          <a:blip r:embed="rId11">
            <a:alphaModFix/>
          </a:blip>
          <a:srcRect t="16256" b="20906"/>
          <a:stretch/>
        </p:blipFill>
        <p:spPr>
          <a:xfrm>
            <a:off x="125075" y="493725"/>
            <a:ext cx="8239800" cy="207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Georgia"/>
              <a:buNone/>
              <a:defRPr sz="45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Georgia"/>
              <a:buNone/>
              <a:defRPr sz="45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Georgia"/>
              <a:buNone/>
              <a:defRPr sz="45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Georgia"/>
              <a:buNone/>
              <a:defRPr sz="45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Georgia"/>
              <a:buNone/>
              <a:defRPr sz="45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Georgia"/>
              <a:buNone/>
              <a:defRPr sz="45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Georgia"/>
              <a:buNone/>
              <a:defRPr sz="45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Georgia"/>
              <a:buNone/>
              <a:defRPr sz="45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Georgia"/>
              <a:buNone/>
              <a:defRPr sz="45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Georgia"/>
              <a:buChar char="●"/>
              <a:defRPr sz="25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Char char="○"/>
              <a:defRPr sz="24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Char char="■"/>
              <a:defRPr sz="24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lvl="3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Char char="●"/>
              <a:defRPr sz="24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Char char="○"/>
              <a:defRPr sz="24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Char char="■"/>
              <a:defRPr sz="24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Char char="●"/>
              <a:defRPr sz="24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Char char="○"/>
              <a:defRPr sz="24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Char char="■"/>
              <a:defRPr sz="24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29" name="Google Shape;829;p21"/>
          <p:cNvSpPr txBox="1">
            <a:spLocks noGrp="1"/>
          </p:cNvSpPr>
          <p:nvPr>
            <p:ph type="ctrTitle"/>
          </p:nvPr>
        </p:nvSpPr>
        <p:spPr>
          <a:xfrm>
            <a:off x="386100" y="1432225"/>
            <a:ext cx="5033400" cy="3151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b="0"/>
              <a:t>Агент для проверки контрагента.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830" name="Google Shape;830;p21"/>
          <p:cNvSpPr txBox="1">
            <a:spLocks noGrp="1"/>
          </p:cNvSpPr>
          <p:nvPr>
            <p:ph type="subTitle" idx="1"/>
          </p:nvPr>
        </p:nvSpPr>
        <p:spPr>
          <a:xfrm>
            <a:off x="386250" y="4632575"/>
            <a:ext cx="5033400" cy="793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85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AI Product Hack 2026. Промежуточная версия, 4 сентября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4" name="Google Shape;874;p26"/>
          <p:cNvSpPr txBox="1">
            <a:spLocks noGrp="1"/>
          </p:cNvSpPr>
          <p:nvPr>
            <p:ph type="title"/>
          </p:nvPr>
        </p:nvSpPr>
        <p:spPr>
          <a:xfrm>
            <a:off x="821250" y="1020575"/>
            <a:ext cx="88944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solidFill>
                  <a:schemeClr val="accent2"/>
                </a:solidFill>
              </a:rPr>
              <a:t>Пользователь и проблема.</a:t>
            </a:r>
            <a:endParaRPr/>
          </a:p>
        </p:txBody>
      </p:sp>
      <p:sp>
        <p:nvSpPr>
          <p:cNvPr id="875" name="Google Shape;875;p26"/>
          <p:cNvSpPr txBox="1">
            <a:spLocks noGrp="1"/>
          </p:cNvSpPr>
          <p:nvPr>
            <p:ph type="body" idx="1"/>
          </p:nvPr>
        </p:nvSpPr>
        <p:spPr>
          <a:xfrm>
            <a:off x="821250" y="1963844"/>
            <a:ext cx="8894400" cy="387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 b="0"/>
              <a:t>Предприниматель малого бизнеса. Финансиста в штате нет, поэтому перед сделкой с незнакомой компанией он сам решает, давать ли отсрочку и платить ли вперёд.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 b="0"/>
              <a:t>Сейчас у него есть отчёт Альфа-Банка: девять разделов в PDF и метка риска сверху. Чтобы понять, чем грозит сделка, он читает всё сам и сопоставляет реестры, суды и финансы. В основном смотрит только на метку.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 b="0"/>
              <a:t>Банк хочет, чтобы к проверке возвращались чаще. Для этого отчёту не хватает вывода: на каких условиях работать с этой компанией и какие факты за этим стоят.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96" name="Google Shape;896;p29"/>
          <p:cNvSpPr txBox="1">
            <a:spLocks noGrp="1"/>
          </p:cNvSpPr>
          <p:nvPr>
            <p:ph type="title"/>
          </p:nvPr>
        </p:nvSpPr>
        <p:spPr>
          <a:xfrm>
            <a:off x="487238" y="1136950"/>
            <a:ext cx="10145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Пример: МАКСМАРКЕТ и ещё пять.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897" name="Google Shape;897;p29"/>
          <p:cNvSpPr txBox="1">
            <a:spLocks noGrp="1"/>
          </p:cNvSpPr>
          <p:nvPr>
            <p:ph type="body" idx="1"/>
          </p:nvPr>
        </p:nvSpPr>
        <p:spPr>
          <a:xfrm>
            <a:off x="487250" y="2385022"/>
            <a:ext cx="4762800" cy="3345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Что говорит метка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/>
              <a:t>Оценка банка: низкий риск. ЗСК (оценка Банка России): зелёный. Статус: действующее.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Что лежит в том же отчёте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/>
              <a:t>В поле status.reasonName: компания признана банкротом, открыто конкурсное производство. 507 исполнительных производств, 54 активных. 278 арбитражных дел. Агент показывает это первым и рекомендует работать только с условиями.</a:t>
            </a:r>
            <a:endParaRPr sz="2000"/>
          </a:p>
        </p:txBody>
      </p:sp>
      <p:sp>
        <p:nvSpPr>
          <p:cNvPr id="898" name="Google Shape;898;p29"/>
          <p:cNvSpPr txBox="1">
            <a:spLocks noGrp="1"/>
          </p:cNvSpPr>
          <p:nvPr>
            <p:ph type="body" idx="2"/>
          </p:nvPr>
        </p:nvSpPr>
        <p:spPr>
          <a:xfrm>
            <a:off x="5870225" y="2385022"/>
            <a:ext cx="4762800" cy="3345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Таких карточек 6 из 200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/>
              <a:t>Мы прошли всю тестовую выгрузку. В шести компаниях уже есть банкротство, исключение из ЕГРЮЛ, смена адреса или уменьшение капитала, но метка риска ни у одной не красная, у пяти зелёная. Эти факты лежат в поле status.reasonName, и готовые рекомендации в отчёте о них молчат. Именно их агент обязан находить первыми.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7" name="Google Shape;1047;p36"/>
          <p:cNvSpPr/>
          <p:nvPr/>
        </p:nvSpPr>
        <p:spPr>
          <a:xfrm>
            <a:off x="4354800" y="1687475"/>
            <a:ext cx="3482400" cy="4423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36"/>
          <p:cNvSpPr/>
          <p:nvPr/>
        </p:nvSpPr>
        <p:spPr>
          <a:xfrm>
            <a:off x="7942650" y="1687475"/>
            <a:ext cx="3482400" cy="4423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36"/>
          <p:cNvSpPr/>
          <p:nvPr/>
        </p:nvSpPr>
        <p:spPr>
          <a:xfrm>
            <a:off x="766950" y="1687475"/>
            <a:ext cx="3482400" cy="4423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0" name="Google Shape;1050;p36"/>
          <p:cNvSpPr txBox="1">
            <a:spLocks noGrp="1"/>
          </p:cNvSpPr>
          <p:nvPr>
            <p:ph type="title"/>
          </p:nvPr>
        </p:nvSpPr>
        <p:spPr>
          <a:xfrm>
            <a:off x="766950" y="679800"/>
            <a:ext cx="10658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Что делает агент.</a:t>
            </a:r>
            <a:endParaRPr/>
          </a:p>
        </p:txBody>
      </p:sp>
      <p:sp>
        <p:nvSpPr>
          <p:cNvPr id="1051" name="Google Shape;1051;p36"/>
          <p:cNvSpPr txBox="1">
            <a:spLocks noGrp="1"/>
          </p:cNvSpPr>
          <p:nvPr>
            <p:ph type="body" idx="1"/>
          </p:nvPr>
        </p:nvSpPr>
        <p:spPr>
          <a:xfrm>
            <a:off x="934500" y="3451362"/>
            <a:ext cx="31473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 b="0"/>
              <a:t>По ИНН или названию агент собирает короткую карточку: дата отчёта, метки банка и ЗСК как есть, два-три решающих факта со ссылкой на поле отчёта и рекомендация: можно работать, стоит проверить или работать с условиями.</a:t>
            </a:r>
            <a:endParaRPr sz="2000"/>
          </a:p>
        </p:txBody>
      </p:sp>
      <p:sp>
        <p:nvSpPr>
          <p:cNvPr id="1052" name="Google Shape;1052;p36"/>
          <p:cNvSpPr txBox="1">
            <a:spLocks noGrp="1"/>
          </p:cNvSpPr>
          <p:nvPr>
            <p:ph type="subTitle" idx="2"/>
          </p:nvPr>
        </p:nvSpPr>
        <p:spPr>
          <a:xfrm>
            <a:off x="934500" y="1924277"/>
            <a:ext cx="3147300" cy="152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0">
                <a:latin typeface="Georgia"/>
              </a:rPr>
              <a:t>Первый экран</a:t>
            </a:r>
            <a:endParaRPr/>
          </a:p>
        </p:txBody>
      </p:sp>
      <p:sp>
        <p:nvSpPr>
          <p:cNvPr id="1053" name="Google Shape;1053;p36"/>
          <p:cNvSpPr txBox="1">
            <a:spLocks noGrp="1"/>
          </p:cNvSpPr>
          <p:nvPr>
            <p:ph type="body" idx="3"/>
          </p:nvPr>
        </p:nvSpPr>
        <p:spPr>
          <a:xfrm>
            <a:off x="4522350" y="3451375"/>
            <a:ext cx="31473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 b="0"/>
              <a:t>Дальше пользователь спрашивает: сколько судов, есть ли долги, что с отчётностью. Агент отвечает только тем, что есть в отчёте, и указывает поле. Сессия помнит, о какой компании речь.</a:t>
            </a:r>
            <a:endParaRPr sz="2000" dirty="0"/>
          </a:p>
        </p:txBody>
      </p:sp>
      <p:sp>
        <p:nvSpPr>
          <p:cNvPr id="1054" name="Google Shape;1054;p36"/>
          <p:cNvSpPr txBox="1">
            <a:spLocks noGrp="1"/>
          </p:cNvSpPr>
          <p:nvPr>
            <p:ph type="subTitle" idx="4"/>
          </p:nvPr>
        </p:nvSpPr>
        <p:spPr>
          <a:xfrm>
            <a:off x="4522350" y="1924289"/>
            <a:ext cx="3147300" cy="152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0">
                <a:latin typeface="Georgia"/>
              </a:rPr>
              <a:t>Вопросы по отчёту</a:t>
            </a:r>
            <a:endParaRPr/>
          </a:p>
        </p:txBody>
      </p:sp>
      <p:sp>
        <p:nvSpPr>
          <p:cNvPr id="1055" name="Google Shape;1055;p36"/>
          <p:cNvSpPr txBox="1">
            <a:spLocks noGrp="1"/>
          </p:cNvSpPr>
          <p:nvPr>
            <p:ph type="body" idx="5"/>
          </p:nvPr>
        </p:nvSpPr>
        <p:spPr>
          <a:xfrm>
            <a:off x="8110200" y="3451362"/>
            <a:ext cx="31473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 b="0"/>
              <a:t>Не пересчитывает и не объясняет метку банка, не ставит свой скор, не ищет в интернете и не решает за пользователя.</a:t>
            </a:r>
            <a:endParaRPr sz="2000" dirty="0"/>
          </a:p>
        </p:txBody>
      </p:sp>
      <p:sp>
        <p:nvSpPr>
          <p:cNvPr id="1056" name="Google Shape;1056;p36"/>
          <p:cNvSpPr txBox="1">
            <a:spLocks noGrp="1"/>
          </p:cNvSpPr>
          <p:nvPr>
            <p:ph type="subTitle" idx="6"/>
          </p:nvPr>
        </p:nvSpPr>
        <p:spPr>
          <a:xfrm>
            <a:off x="8110200" y="1924277"/>
            <a:ext cx="3147300" cy="152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0">
                <a:latin typeface="Georgia"/>
              </a:rPr>
              <a:t>Чего не делает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8" name="Google Shape;1078;p38"/>
          <p:cNvSpPr txBox="1">
            <a:spLocks noGrp="1"/>
          </p:cNvSpPr>
          <p:nvPr>
            <p:ph type="title"/>
          </p:nvPr>
        </p:nvSpPr>
        <p:spPr>
          <a:xfrm>
            <a:off x="507750" y="613663"/>
            <a:ext cx="111765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Как устроено: пять слоёв.</a:t>
            </a:r>
            <a:endParaRPr/>
          </a:p>
        </p:txBody>
      </p:sp>
      <p:sp>
        <p:nvSpPr>
          <p:cNvPr id="1079" name="Google Shape;1079;p38"/>
          <p:cNvSpPr txBox="1">
            <a:spLocks noGrp="1"/>
          </p:cNvSpPr>
          <p:nvPr>
            <p:ph type="body" idx="1"/>
          </p:nvPr>
        </p:nvSpPr>
        <p:spPr>
          <a:xfrm>
            <a:off x="507750" y="3972503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 b="0"/>
              <a:t>два файла выгрузки приводим к одной схеме</a:t>
            </a:r>
            <a:endParaRPr sz="1300" dirty="0"/>
          </a:p>
        </p:txBody>
      </p:sp>
      <p:sp>
        <p:nvSpPr>
          <p:cNvPr id="1080" name="Google Shape;1080;p38"/>
          <p:cNvSpPr txBox="1">
            <a:spLocks noGrp="1"/>
          </p:cNvSpPr>
          <p:nvPr>
            <p:ph type="body" idx="3"/>
          </p:nvPr>
        </p:nvSpPr>
        <p:spPr>
          <a:xfrm>
            <a:off x="2757261" y="3972501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70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0"/>
              <a:t>около 30 правил по статусам, долгам, судам и финансам; рекомендация считается кодом</a:t>
            </a:r>
            <a:endParaRPr dirty="0"/>
          </a:p>
        </p:txBody>
      </p:sp>
      <p:sp>
        <p:nvSpPr>
          <p:cNvPr id="1081" name="Google Shape;1081;p38"/>
          <p:cNvSpPr txBox="1">
            <a:spLocks noGrp="1"/>
          </p:cNvSpPr>
          <p:nvPr>
            <p:ph type="body" idx="5"/>
          </p:nvPr>
        </p:nvSpPr>
        <p:spPr>
          <a:xfrm>
            <a:off x="5006772" y="3972517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 b="0"/>
              <a:t>агент получает данные только через инструменты</a:t>
            </a:r>
            <a:endParaRPr sz="1300" dirty="0"/>
          </a:p>
        </p:txBody>
      </p:sp>
      <p:sp>
        <p:nvSpPr>
          <p:cNvPr id="1082" name="Google Shape;1082;p38"/>
          <p:cNvSpPr txBox="1">
            <a:spLocks noGrp="1"/>
          </p:cNvSpPr>
          <p:nvPr>
            <p:ph type="body" idx="7"/>
          </p:nvPr>
        </p:nvSpPr>
        <p:spPr>
          <a:xfrm>
            <a:off x="7256283" y="3972525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70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0"/>
              <a:t>модель выбирает инструменты и пишет ответ; отдельный узел сверяет каждую цитату с отчётом</a:t>
            </a:r>
            <a:endParaRPr/>
          </a:p>
        </p:txBody>
      </p:sp>
      <p:sp>
        <p:nvSpPr>
          <p:cNvPr id="1083" name="Google Shape;1083;p38"/>
          <p:cNvSpPr txBox="1">
            <a:spLocks noGrp="1"/>
          </p:cNvSpPr>
          <p:nvPr>
            <p:ph type="body" idx="9"/>
          </p:nvPr>
        </p:nvSpPr>
        <p:spPr>
          <a:xfrm>
            <a:off x="9505794" y="3972491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70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0"/>
              <a:t>ответ приходит потоком, сессия хранит контекст; есть страница чата и Docker</a:t>
            </a:r>
            <a:endParaRPr/>
          </a:p>
        </p:txBody>
      </p:sp>
      <p:cxnSp>
        <p:nvCxnSpPr>
          <p:cNvPr id="1084" name="Google Shape;1084;p38"/>
          <p:cNvCxnSpPr/>
          <p:nvPr/>
        </p:nvCxnSpPr>
        <p:spPr>
          <a:xfrm>
            <a:off x="278550" y="3057463"/>
            <a:ext cx="11634900" cy="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5" name="Google Shape;1085;p38"/>
          <p:cNvSpPr txBox="1">
            <a:spLocks noGrp="1"/>
          </p:cNvSpPr>
          <p:nvPr>
            <p:ph type="subTitle" idx="2"/>
          </p:nvPr>
        </p:nvSpPr>
        <p:spPr>
          <a:xfrm>
            <a:off x="507750" y="2012550"/>
            <a:ext cx="2113500" cy="615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800" b="0"/>
              <a:t>Данные</a:t>
            </a:r>
            <a:endParaRPr/>
          </a:p>
        </p:txBody>
      </p:sp>
      <p:sp>
        <p:nvSpPr>
          <p:cNvPr id="1086" name="Google Shape;1086;p38"/>
          <p:cNvSpPr txBox="1">
            <a:spLocks noGrp="1"/>
          </p:cNvSpPr>
          <p:nvPr>
            <p:ph type="subTitle" idx="4"/>
          </p:nvPr>
        </p:nvSpPr>
        <p:spPr>
          <a:xfrm>
            <a:off x="2773538" y="2012550"/>
            <a:ext cx="2113500" cy="615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800" b="0"/>
              <a:t>Сигналы</a:t>
            </a:r>
            <a:endParaRPr/>
          </a:p>
        </p:txBody>
      </p:sp>
      <p:sp>
        <p:nvSpPr>
          <p:cNvPr id="1087" name="Google Shape;1087;p38"/>
          <p:cNvSpPr txBox="1">
            <a:spLocks noGrp="1"/>
          </p:cNvSpPr>
          <p:nvPr>
            <p:ph type="subTitle" idx="6"/>
          </p:nvPr>
        </p:nvSpPr>
        <p:spPr>
          <a:xfrm>
            <a:off x="5039326" y="2012550"/>
            <a:ext cx="2113500" cy="615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800" b="0"/>
              <a:t>MCP</a:t>
            </a:r>
            <a:endParaRPr/>
          </a:p>
        </p:txBody>
      </p:sp>
      <p:sp>
        <p:nvSpPr>
          <p:cNvPr id="1088" name="Google Shape;1088;p38"/>
          <p:cNvSpPr txBox="1">
            <a:spLocks noGrp="1"/>
          </p:cNvSpPr>
          <p:nvPr>
            <p:ph type="subTitle" idx="8"/>
          </p:nvPr>
        </p:nvSpPr>
        <p:spPr>
          <a:xfrm>
            <a:off x="7305113" y="2012575"/>
            <a:ext cx="2113500" cy="615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800" b="0"/>
              <a:t>Агент</a:t>
            </a:r>
            <a:endParaRPr/>
          </a:p>
        </p:txBody>
      </p:sp>
      <p:sp>
        <p:nvSpPr>
          <p:cNvPr id="1089" name="Google Shape;1089;p38"/>
          <p:cNvSpPr txBox="1">
            <a:spLocks noGrp="1"/>
          </p:cNvSpPr>
          <p:nvPr>
            <p:ph type="subTitle" idx="13"/>
          </p:nvPr>
        </p:nvSpPr>
        <p:spPr>
          <a:xfrm>
            <a:off x="9570901" y="2012550"/>
            <a:ext cx="2113500" cy="615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800" b="0"/>
              <a:t>API</a:t>
            </a:r>
            <a:endParaRPr/>
          </a:p>
        </p:txBody>
      </p:sp>
      <p:sp>
        <p:nvSpPr>
          <p:cNvPr id="1090" name="Google Shape;1090;p38"/>
          <p:cNvSpPr txBox="1">
            <a:spLocks noGrp="1"/>
          </p:cNvSpPr>
          <p:nvPr>
            <p:ph type="subTitle" idx="14"/>
          </p:nvPr>
        </p:nvSpPr>
        <p:spPr>
          <a:xfrm>
            <a:off x="507750" y="3518013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/>
              <a:t>200 карточек</a:t>
            </a:r>
            <a:endParaRPr/>
          </a:p>
        </p:txBody>
      </p:sp>
      <p:sp>
        <p:nvSpPr>
          <p:cNvPr id="1091" name="Google Shape;1091;p38"/>
          <p:cNvSpPr txBox="1">
            <a:spLocks noGrp="1"/>
          </p:cNvSpPr>
          <p:nvPr>
            <p:ph type="subTitle" idx="15"/>
          </p:nvPr>
        </p:nvSpPr>
        <p:spPr>
          <a:xfrm>
            <a:off x="2757261" y="3518000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400" b="0"/>
              <a:t>правила без модели</a:t>
            </a:r>
            <a:endParaRPr/>
          </a:p>
        </p:txBody>
      </p:sp>
      <p:sp>
        <p:nvSpPr>
          <p:cNvPr id="1092" name="Google Shape;1092;p38"/>
          <p:cNvSpPr txBox="1">
            <a:spLocks noGrp="1"/>
          </p:cNvSpPr>
          <p:nvPr>
            <p:ph type="subTitle" idx="16"/>
          </p:nvPr>
        </p:nvSpPr>
        <p:spPr>
          <a:xfrm>
            <a:off x="5006771" y="3518013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400" b="0"/>
              <a:t>8 инструментов</a:t>
            </a:r>
            <a:endParaRPr/>
          </a:p>
        </p:txBody>
      </p:sp>
      <p:sp>
        <p:nvSpPr>
          <p:cNvPr id="1093" name="Google Shape;1093;p38"/>
          <p:cNvSpPr txBox="1">
            <a:spLocks noGrp="1"/>
          </p:cNvSpPr>
          <p:nvPr>
            <p:ph type="subTitle" idx="17"/>
          </p:nvPr>
        </p:nvSpPr>
        <p:spPr>
          <a:xfrm>
            <a:off x="7256282" y="3518000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400" b="0"/>
              <a:t>LangGraph, 4 узла</a:t>
            </a:r>
            <a:endParaRPr/>
          </a:p>
        </p:txBody>
      </p:sp>
      <p:sp>
        <p:nvSpPr>
          <p:cNvPr id="1094" name="Google Shape;1094;p38"/>
          <p:cNvSpPr txBox="1">
            <a:spLocks noGrp="1"/>
          </p:cNvSpPr>
          <p:nvPr>
            <p:ph type="subTitle" idx="18"/>
          </p:nvPr>
        </p:nvSpPr>
        <p:spPr>
          <a:xfrm>
            <a:off x="9505793" y="3517988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400" b="0"/>
              <a:t>и интерфейс</a:t>
            </a:r>
            <a:endParaRPr dirty="0"/>
          </a:p>
        </p:txBody>
      </p:sp>
      <p:cxnSp>
        <p:nvCxnSpPr>
          <p:cNvPr id="1095" name="Google Shape;1095;p38"/>
          <p:cNvCxnSpPr/>
          <p:nvPr/>
        </p:nvCxnSpPr>
        <p:spPr>
          <a:xfrm rot="10800000">
            <a:off x="1629600" y="2740975"/>
            <a:ext cx="0" cy="6639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6" name="Google Shape;1096;p38"/>
          <p:cNvCxnSpPr/>
          <p:nvPr/>
        </p:nvCxnSpPr>
        <p:spPr>
          <a:xfrm rot="10800000">
            <a:off x="3879113" y="2740975"/>
            <a:ext cx="0" cy="6639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7" name="Google Shape;1097;p38"/>
          <p:cNvCxnSpPr/>
          <p:nvPr/>
        </p:nvCxnSpPr>
        <p:spPr>
          <a:xfrm rot="10800000">
            <a:off x="6128625" y="2740975"/>
            <a:ext cx="0" cy="6639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8" name="Google Shape;1098;p38"/>
          <p:cNvCxnSpPr/>
          <p:nvPr/>
        </p:nvCxnSpPr>
        <p:spPr>
          <a:xfrm rot="10800000">
            <a:off x="8378138" y="2740975"/>
            <a:ext cx="0" cy="6639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9" name="Google Shape;1099;p38"/>
          <p:cNvCxnSpPr/>
          <p:nvPr/>
        </p:nvCxnSpPr>
        <p:spPr>
          <a:xfrm rot="10800000">
            <a:off x="10627650" y="2740975"/>
            <a:ext cx="0" cy="6639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61" name="Google Shape;861;p24"/>
          <p:cNvSpPr txBox="1">
            <a:spLocks noGrp="1"/>
          </p:cNvSpPr>
          <p:nvPr>
            <p:ph type="title"/>
          </p:nvPr>
        </p:nvSpPr>
        <p:spPr>
          <a:xfrm>
            <a:off x="1278450" y="1325375"/>
            <a:ext cx="88944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Что работает на 4 сентября.</a:t>
            </a:r>
            <a:endParaRPr/>
          </a:p>
        </p:txBody>
      </p:sp>
      <p:sp>
        <p:nvSpPr>
          <p:cNvPr id="862" name="Google Shape;862;p24"/>
          <p:cNvSpPr txBox="1">
            <a:spLocks noGrp="1"/>
          </p:cNvSpPr>
          <p:nvPr>
            <p:ph type="body" idx="1"/>
          </p:nvPr>
        </p:nvSpPr>
        <p:spPr>
          <a:xfrm>
            <a:off x="1278450" y="1875025"/>
            <a:ext cx="8894400" cy="3657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85000" lnSpcReduction="10000"/>
          </a:bodyPr>
          <a:lstStyle/>
          <a:p>
            <a:pPr marL="457200" lvl="0" indent="-3873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1300" b="0"/>
              <a:t>Сквозной прототип: по ИНН или названию агент читает отчёт через инструменты, считает сигналы и собирает карточку с проверенными ссылками на поля</a:t>
            </a:r>
            <a:endParaRPr dirty="0"/>
          </a:p>
          <a:p>
            <a:pPr marL="457200" lvl="0" indent="-3873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1300" b="0"/>
              <a:t>200 карточек загружаются без ошибок; 63 519 адресов полей прошли проверку туда и обратно</a:t>
            </a:r>
            <a:endParaRPr dirty="0"/>
          </a:p>
          <a:p>
            <a:pPr marL="457200" lvl="0" indent="-3873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1300" b="0"/>
              <a:t>Рекомендация по всем 200 компаниям считается кодом: 91 можно работать, 77 стоит проверить, 32 только с условиями. Банкрот с зелёной меткой и исключение из ЕГРЮЛ ловятся</a:t>
            </a:r>
            <a:endParaRPr dirty="0"/>
          </a:p>
          <a:p>
            <a:pPr marL="457200" lvl="0" indent="-3873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1300" b="0"/>
              <a:t>Эталон из 50 вопросов на 12 карточках, проверки кодом и судья по рубрике написаны; прогоны на двух моделях идут</a:t>
            </a:r>
            <a:endParaRPr dirty="0"/>
          </a:p>
          <a:p>
            <a:pPr marL="457200" lvl="0" indent="-3873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1300" b="0"/>
              <a:t>MCP-сервер подключается к Claude Desktop; API с потоковым ответом и страница чата собираются в Docker</a:t>
            </a:r>
            <a:endParaRPr dirty="0"/>
          </a:p>
          <a:p>
            <a:pPr marL="457200" lvl="0" indent="-3873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1300" b="0"/>
              <a:t>175 автотестов без сети и без модели; модель меняется одной строкой конфига, проверено на трёх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96" name="Google Shape;896;p29"/>
          <p:cNvSpPr txBox="1">
            <a:spLocks noGrp="1"/>
          </p:cNvSpPr>
          <p:nvPr>
            <p:ph type="title"/>
          </p:nvPr>
        </p:nvSpPr>
        <p:spPr>
          <a:xfrm>
            <a:off x="487238" y="1136950"/>
            <a:ext cx="10145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Демо: МАКСМАРКЕТ в диалоге.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897" name="Google Shape;897;p29"/>
          <p:cNvSpPr txBox="1">
            <a:spLocks noGrp="1"/>
          </p:cNvSpPr>
          <p:nvPr>
            <p:ph type="body" idx="1"/>
          </p:nvPr>
        </p:nvSpPr>
        <p:spPr>
          <a:xfrm>
            <a:off x="487250" y="2385022"/>
            <a:ext cx="4762800" cy="3345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Вопрос: проверь ООО «МАКСМАРКЕТ», можно ли с ней работать?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0"/>
              <a:t>Светофор банка: зелёный. ЗСК: зелёный. Отчёт от 31.07.2026.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0"/>
              <a:t>Работать только на условиях: предоплата и подтверждающие документы.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0"/>
              <a:t>В реестре: признана банкротом, открыто конкурсное производство [status.reasonName]. Руководит конкурсный управляющий с 09.02.2026. 54 действующих производства на 4 млн ₽. Счета заблокированы по решению налоговой.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0"/>
              <a:t>Чего в отчёте нет: численности, прибыли, текущей ликвидности.</a:t>
            </a:r>
            <a:endParaRPr sz="2000"/>
          </a:p>
        </p:txBody>
      </p:sp>
      <p:sp>
        <p:nvSpPr>
          <p:cNvPr id="898" name="Google Shape;898;p29"/>
          <p:cNvSpPr txBox="1">
            <a:spLocks noGrp="1"/>
          </p:cNvSpPr>
          <p:nvPr>
            <p:ph type="body" idx="2"/>
          </p:nvPr>
        </p:nvSpPr>
        <p:spPr>
          <a:xfrm>
            <a:off x="5870225" y="2385022"/>
            <a:ext cx="4762800" cy="3345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Дальше: сколько у них судов и кто с кем?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0"/>
              <a:t>Всего 278 дел. На компанию подавали 258 раз на 2,61 млрд ₽, это в 7 раз больше её капитала. Сама подавала 20 раз на 388 млн ₽. В 2025 году одно дело как ответчик на 21,7 млн ₽. Перечня дел в отчёте нет, поэтому с кем и за что, сказать нельзя. Дата отчёта: 31.07.2026.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Откуда это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0"/>
              <a:t>Оба ответа взяты из прогона эталона без правок. Каждое число сверено кодом с полем отчёта. Макет экрана с карточкой и чатом приложен к материалам.</a:t>
            </a: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96" name="Google Shape;896;p29"/>
          <p:cNvSpPr txBox="1">
            <a:spLocks noGrp="1"/>
          </p:cNvSpPr>
          <p:nvPr>
            <p:ph type="title"/>
          </p:nvPr>
        </p:nvSpPr>
        <p:spPr>
          <a:xfrm>
            <a:off x="487238" y="1136950"/>
            <a:ext cx="10145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Развилка: где живёт агент.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897" name="Google Shape;897;p29"/>
          <p:cNvSpPr txBox="1">
            <a:spLocks noGrp="1"/>
          </p:cNvSpPr>
          <p:nvPr>
            <p:ph type="body" idx="1"/>
          </p:nvPr>
        </p:nvSpPr>
        <p:spPr>
          <a:xfrm>
            <a:off x="487250" y="2385022"/>
            <a:ext cx="4762800" cy="3345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Вариант А. Чат рядом с отчётом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0"/>
              <a:t>Пользователь вводит ИНН и спрашивает. Так работает наш стенд, и так проще показать. Но по опыту заказчика отдельного ассистента рядом с продуктом не замечают, а установка программы предостерегает от чат-бота по умолчанию.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Сколько показывать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0"/>
              <a:t>Сейчас агент выдаёт семь фактов и три пробела. По критериям нужно два-три решающих, остальное под «подробнее»: клиент и так видит в отчёте пятнадцать позитивных формулировок.</a:t>
            </a:r>
            <a:endParaRPr sz="2000"/>
          </a:p>
        </p:txBody>
      </p:sp>
      <p:sp>
        <p:nvSpPr>
          <p:cNvPr id="898" name="Google Shape;898;p29"/>
          <p:cNvSpPr txBox="1">
            <a:spLocks noGrp="1"/>
          </p:cNvSpPr>
          <p:nvPr>
            <p:ph type="body" idx="2"/>
          </p:nvPr>
        </p:nvSpPr>
        <p:spPr>
          <a:xfrm>
            <a:off x="5870225" y="2385022"/>
            <a:ext cx="4762800" cy="3345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Вариант Б. Блок на первом экране отчёта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0"/>
              <a:t>Пользователь открыл отчёт или создаёт платёж новому контрагенту. Под меткой банка сразу пять строк: условие, два-три факта, чего в отчёте нет, дата. Блок считается кодом без модели, поэтому появляется мгновенно и не выдумывает. Вопросы «почему» и «а суды?» ниже, в чате с памятью сессии. Полный отчёт не дублируем.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Наше предложение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0"/>
              <a:t>Вариант Б. Решаем с заказчиком на чекпоинте 4.09 вместе с точкой входа и тем, как говорить о жёлтом и красном ЗСК.</a:t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10" name="Google Shape;910;p31"/>
          <p:cNvSpPr txBox="1">
            <a:spLocks noGrp="1"/>
          </p:cNvSpPr>
          <p:nvPr>
            <p:ph type="title"/>
          </p:nvPr>
        </p:nvSpPr>
        <p:spPr>
          <a:xfrm>
            <a:off x="1437263" y="520450"/>
            <a:ext cx="9317400" cy="8721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Как проверяем: эталон и судья.</a:t>
            </a:r>
            <a:endParaRPr/>
          </a:p>
        </p:txBody>
      </p:sp>
      <p:sp>
        <p:nvSpPr>
          <p:cNvPr id="911" name="Google Shape;911;p31"/>
          <p:cNvSpPr txBox="1">
            <a:spLocks noGrp="1"/>
          </p:cNvSpPr>
          <p:nvPr>
            <p:ph type="subTitle" idx="1"/>
          </p:nvPr>
        </p:nvSpPr>
        <p:spPr>
          <a:xfrm>
            <a:off x="1437343" y="1781550"/>
            <a:ext cx="44919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0">
                <a:latin typeface="Georgia"/>
              </a:rPr>
              <a:t>Эталон</a:t>
            </a:r>
            <a:endParaRPr/>
          </a:p>
        </p:txBody>
      </p:sp>
      <p:sp>
        <p:nvSpPr>
          <p:cNvPr id="912" name="Google Shape;912;p31"/>
          <p:cNvSpPr txBox="1">
            <a:spLocks noGrp="1"/>
          </p:cNvSpPr>
          <p:nvPr>
            <p:ph type="body" idx="2"/>
          </p:nvPr>
        </p:nvSpPr>
        <p:spPr>
          <a:xfrm>
            <a:off x="1437384" y="2498405"/>
            <a:ext cx="44919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b="0"/>
              <a:t>50 вопросов на 12 карточках: с ответом в отчёте, без ответа, на вывод и карточки целиком. Собран через наши же инструменты и перепроверен.</a:t>
            </a:r>
            <a:endParaRPr/>
          </a:p>
        </p:txBody>
      </p:sp>
      <p:sp>
        <p:nvSpPr>
          <p:cNvPr id="913" name="Google Shape;913;p31"/>
          <p:cNvSpPr txBox="1">
            <a:spLocks noGrp="1"/>
          </p:cNvSpPr>
          <p:nvPr>
            <p:ph type="subTitle" idx="3"/>
          </p:nvPr>
        </p:nvSpPr>
        <p:spPr>
          <a:xfrm>
            <a:off x="6262779" y="1781550"/>
            <a:ext cx="44919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0">
                <a:latin typeface="Georgia"/>
              </a:rPr>
              <a:t>Проверки кодом</a:t>
            </a:r>
            <a:endParaRPr/>
          </a:p>
        </p:txBody>
      </p:sp>
      <p:sp>
        <p:nvSpPr>
          <p:cNvPr id="914" name="Google Shape;914;p31"/>
          <p:cNvSpPr txBox="1">
            <a:spLocks noGrp="1"/>
          </p:cNvSpPr>
          <p:nvPr>
            <p:ph type="body" idx="4"/>
          </p:nvPr>
        </p:nvSpPr>
        <p:spPr>
          <a:xfrm>
            <a:off x="6262827" y="2498405"/>
            <a:ext cx="44919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b="0"/>
              <a:t>Каждая цитата ведёт на поле, число сходится с ним. Дата отчёта есть. Без данных агент отказался. Ярлыков нет.</a:t>
            </a:r>
            <a:endParaRPr/>
          </a:p>
        </p:txBody>
      </p:sp>
      <p:sp>
        <p:nvSpPr>
          <p:cNvPr id="915" name="Google Shape;915;p31"/>
          <p:cNvSpPr txBox="1">
            <a:spLocks noGrp="1"/>
          </p:cNvSpPr>
          <p:nvPr>
            <p:ph type="subTitle" idx="5"/>
          </p:nvPr>
        </p:nvSpPr>
        <p:spPr>
          <a:xfrm>
            <a:off x="1437250" y="4094296"/>
            <a:ext cx="44919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>
                <a:latin typeface="Georgia"/>
              </a:rPr>
              <a:t>Судья</a:t>
            </a:r>
            <a:endParaRPr dirty="0"/>
          </a:p>
        </p:txBody>
      </p:sp>
      <p:sp>
        <p:nvSpPr>
          <p:cNvPr id="916" name="Google Shape;916;p31"/>
          <p:cNvSpPr txBox="1">
            <a:spLocks noGrp="1"/>
          </p:cNvSpPr>
          <p:nvPr>
            <p:ph type="body" idx="6"/>
          </p:nvPr>
        </p:nvSpPr>
        <p:spPr>
          <a:xfrm>
            <a:off x="1437306" y="4811152"/>
            <a:ext cx="44919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b="0"/>
              <a:t>gpt-oss-120b, сильнее испытуемой, видит выдачу инструментов. Пропуск критичного факта, выдумка или ответ без данных дают ноль.</a:t>
            </a:r>
            <a:endParaRPr dirty="0"/>
          </a:p>
        </p:txBody>
      </p:sp>
      <p:sp>
        <p:nvSpPr>
          <p:cNvPr id="917" name="Google Shape;917;p31"/>
          <p:cNvSpPr txBox="1">
            <a:spLocks noGrp="1"/>
          </p:cNvSpPr>
          <p:nvPr>
            <p:ph type="body" idx="7"/>
          </p:nvPr>
        </p:nvSpPr>
        <p:spPr>
          <a:xfrm>
            <a:off x="6262750" y="4811152"/>
            <a:ext cx="44919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b="0"/>
              <a:t>Подтверждённых ответов не ниже 80 %, корректных отказов не ниже 90 %, выдумок и пропусков критичных фактов ноль.</a:t>
            </a:r>
            <a:endParaRPr/>
          </a:p>
        </p:txBody>
      </p:sp>
      <p:sp>
        <p:nvSpPr>
          <p:cNvPr id="918" name="Google Shape;918;p31"/>
          <p:cNvSpPr txBox="1">
            <a:spLocks noGrp="1"/>
          </p:cNvSpPr>
          <p:nvPr>
            <p:ph type="subTitle" idx="8"/>
          </p:nvPr>
        </p:nvSpPr>
        <p:spPr>
          <a:xfrm>
            <a:off x="6262702" y="4094296"/>
            <a:ext cx="44919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0">
                <a:latin typeface="Georgia"/>
              </a:rPr>
              <a:t>Цели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61" name="Google Shape;861;p24"/>
          <p:cNvSpPr txBox="1">
            <a:spLocks noGrp="1"/>
          </p:cNvSpPr>
          <p:nvPr>
            <p:ph type="title"/>
          </p:nvPr>
        </p:nvSpPr>
        <p:spPr>
          <a:xfrm>
            <a:off x="1278450" y="1325375"/>
            <a:ext cx="88944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Первые прогоны: что нашли.</a:t>
            </a:r>
            <a:endParaRPr/>
          </a:p>
        </p:txBody>
      </p:sp>
      <p:sp>
        <p:nvSpPr>
          <p:cNvPr id="862" name="Google Shape;862;p24"/>
          <p:cNvSpPr txBox="1">
            <a:spLocks noGrp="1"/>
          </p:cNvSpPr>
          <p:nvPr>
            <p:ph type="body" idx="1"/>
          </p:nvPr>
        </p:nvSpPr>
        <p:spPr>
          <a:xfrm>
            <a:off x="1278450" y="1875025"/>
            <a:ext cx="8894400" cy="3657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85000" lnSpcReduction="10000"/>
          </a:bodyPr>
          <a:lstStyle/>
          <a:p>
            <a:pPr marL="457200" lvl="0" indent="-3873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1300" b="0"/>
              <a:t>Две модели на одном промпте: целевая gpt-oss-20b и контрольная deepseek-v4-flash. Валится одна: проблема в модели. Валятся обе: проблема наша</a:t>
            </a:r>
            <a:endParaRPr dirty="0"/>
          </a:p>
          <a:p>
            <a:pPr marL="457200" lvl="0" indent="-3873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1300" b="0"/>
              <a:t>Первые пять вопросов вскрыли три ошибки стенда, а не агента: судья ходил на адрес испытуемого, валидатор срезал скобку индекса в адресе поля, уточняющие вопросы задавались без памяти сессии. Все три закрыты и покрыты тестами</a:t>
            </a:r>
            <a:endParaRPr dirty="0"/>
          </a:p>
          <a:p>
            <a:pPr marL="457200" lvl="0" indent="-3873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1300" b="0"/>
              <a:t>Одна ошибка агента: фраза «работать с компанией нельзя» вместо условия. Правим промпт после прогона, чтобы обе модели прошли на одном тексте</a:t>
            </a:r>
            <a:endParaRPr dirty="0"/>
          </a:p>
          <a:p>
            <a:pPr marL="457200" lvl="0" indent="-3873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1300" b="0"/>
              <a:t>Один вопрос занимает 65–180 секунд, половина уходит судье. Зависший провайдер обрезается дедлайном</a:t>
            </a:r>
            <a:endParaRPr dirty="0"/>
          </a:p>
          <a:p>
            <a:pPr marL="457200" lvl="0" indent="-3873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1300" b="0"/>
              <a:t>Таблица по двум моделям будет к чекпоинту 4.09, 15:00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61" name="Google Shape;861;p24"/>
          <p:cNvSpPr txBox="1">
            <a:spLocks noGrp="1"/>
          </p:cNvSpPr>
          <p:nvPr>
            <p:ph type="title"/>
          </p:nvPr>
        </p:nvSpPr>
        <p:spPr>
          <a:xfrm>
            <a:off x="1278450" y="1325375"/>
            <a:ext cx="88944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Риски.</a:t>
            </a:r>
            <a:endParaRPr/>
          </a:p>
        </p:txBody>
      </p:sp>
      <p:sp>
        <p:nvSpPr>
          <p:cNvPr id="862" name="Google Shape;862;p24"/>
          <p:cNvSpPr txBox="1">
            <a:spLocks noGrp="1"/>
          </p:cNvSpPr>
          <p:nvPr>
            <p:ph type="body" idx="1"/>
          </p:nvPr>
        </p:nvSpPr>
        <p:spPr>
          <a:xfrm>
            <a:off x="1278450" y="1875025"/>
            <a:ext cx="8894400" cy="3657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85000" lnSpcReduction="10000"/>
          </a:bodyPr>
          <a:lstStyle/>
          <a:p>
            <a:pPr marL="457200" lvl="0" indent="-3873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1300" b="0"/>
              <a:t>Целевая модель gpt-oss-20b слабее и медленнее контрольной: 54 секунды на ответ против 34. Страховка: ядро считается кодом, модель только формулирует; запасные модели по конфигу</a:t>
            </a:r>
            <a:endParaRPr dirty="0"/>
          </a:p>
          <a:p>
            <a:pPr marL="457200" lvl="0" indent="-3873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1300" b="0"/>
              <a:t>Форма и точка входа не решены: чат или блок в отчёте, раздел проверки или момент платежа. Решаем с заказчиком 4.09</a:t>
            </a:r>
            <a:endParaRPr dirty="0"/>
          </a:p>
          <a:p>
            <a:pPr marL="457200" lvl="0" indent="-3873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1300" b="0"/>
              <a:t>Снапшот вместо API банка: схема плавающая, секции приходят и уходят. Нет секции и пустая секция различаются в коде, «нет данных» не превращается в «нет нарушений»</a:t>
            </a:r>
            <a:endParaRPr dirty="0"/>
          </a:p>
          <a:p>
            <a:pPr marL="457200" lvl="0" indent="-3873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1300" b="0"/>
              <a:t>Судья тоже модель и ошибается: снимал баллы за правильное поведение. Поэтому рядом проверки кодом и повторы</a:t>
            </a:r>
            <a:endParaRPr dirty="0"/>
          </a:p>
          <a:p>
            <a:pPr marL="457200" lvl="0" indent="-3873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1300" b="0"/>
              <a:t>Жёлтый и красный ЗСК интерфейс банка показывает серым; агент не должен раскрывать то, что скрыто намеренно</a:t>
            </a:r>
            <a:endParaRPr dirty="0"/>
          </a:p>
          <a:p>
            <a:pPr marL="457200" lvl="0" indent="-3873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1300" b="0"/>
              <a:t>В данных ИНН физлиц: репозиторий закрыт до ответа заказчика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96" name="Google Shape;896;p29"/>
          <p:cNvSpPr txBox="1">
            <a:spLocks noGrp="1"/>
          </p:cNvSpPr>
          <p:nvPr>
            <p:ph type="title"/>
          </p:nvPr>
        </p:nvSpPr>
        <p:spPr>
          <a:xfrm>
            <a:off x="487238" y="1136950"/>
            <a:ext cx="10145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Аналоги и наше отличие.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897" name="Google Shape;897;p29"/>
          <p:cNvSpPr txBox="1">
            <a:spLocks noGrp="1"/>
          </p:cNvSpPr>
          <p:nvPr>
            <p:ph type="body" idx="1"/>
          </p:nvPr>
        </p:nvSpPr>
        <p:spPr>
          <a:xfrm>
            <a:off x="487250" y="2385022"/>
            <a:ext cx="4762800" cy="3345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ИИ-ассистент уже есть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/>
              <a:t>Контур.Фокус с ноября 2025 года, там же сравнение до пяти контрагентов. СПАРК с апреля 2026. Dun &amp; Bradstreet за рубежом. Все платные, для юрлиц и профессиональных пользователей: от 30 до 65 тысяч рублей в год.</a:t>
            </a:r>
            <a:endParaRPr sz="2000"/>
          </a:p>
        </p:txBody>
      </p:sp>
      <p:sp>
        <p:nvSpPr>
          <p:cNvPr id="898" name="Google Shape;898;p29"/>
          <p:cNvSpPr txBox="1">
            <a:spLocks noGrp="1"/>
          </p:cNvSpPr>
          <p:nvPr>
            <p:ph type="body" idx="2"/>
          </p:nvPr>
        </p:nvSpPr>
        <p:spPr>
          <a:xfrm>
            <a:off x="5870225" y="2385022"/>
            <a:ext cx="4762800" cy="3345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ИИ пока нет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/>
              <a:t>У банков (Альфа, ВТБ, Точка) отчёт и светофор без ассистента; Сбер анонсировал своего на осень. Массовые сервисы Rusprofile, Saby и ЗаЧестныйБизнес показывают индексы надёжности. Наше отличие: ассистент внутри банковского продукта для малого бизнеса, под каждым выводом ссылка на поле отчёта и честный отказ, когда данных нет.</a:t>
            </a:r>
            <a:endParaRPr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8" name="Google Shape;1078;p38"/>
          <p:cNvSpPr txBox="1">
            <a:spLocks noGrp="1"/>
          </p:cNvSpPr>
          <p:nvPr>
            <p:ph type="title"/>
          </p:nvPr>
        </p:nvSpPr>
        <p:spPr>
          <a:xfrm>
            <a:off x="507750" y="613663"/>
            <a:ext cx="111765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План до Demo Day.</a:t>
            </a:r>
            <a:endParaRPr/>
          </a:p>
        </p:txBody>
      </p:sp>
      <p:sp>
        <p:nvSpPr>
          <p:cNvPr id="1079" name="Google Shape;1079;p38"/>
          <p:cNvSpPr txBox="1">
            <a:spLocks noGrp="1"/>
          </p:cNvSpPr>
          <p:nvPr>
            <p:ph type="body" idx="1"/>
          </p:nvPr>
        </p:nvSpPr>
        <p:spPr>
          <a:xfrm>
            <a:off x="507750" y="3972503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 b="0"/>
              <a:t>таблица по двум моделям; первый экран заказчику: два варианта на решение</a:t>
            </a:r>
            <a:endParaRPr sz="1300" dirty="0"/>
          </a:p>
        </p:txBody>
      </p:sp>
      <p:sp>
        <p:nvSpPr>
          <p:cNvPr id="1080" name="Google Shape;1080;p38"/>
          <p:cNvSpPr txBox="1">
            <a:spLocks noGrp="1"/>
          </p:cNvSpPr>
          <p:nvPr>
            <p:ph type="body" idx="3"/>
          </p:nvPr>
        </p:nvSpPr>
        <p:spPr>
          <a:xfrm>
            <a:off x="2757261" y="3972501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70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0"/>
              <a:t>два-три факта вместо семи, без категоричных фраз; три повтора эталона, разброс отдельно</a:t>
            </a:r>
            <a:endParaRPr dirty="0"/>
          </a:p>
        </p:txBody>
      </p:sp>
      <p:sp>
        <p:nvSpPr>
          <p:cNvPr id="1081" name="Google Shape;1081;p38"/>
          <p:cNvSpPr txBox="1">
            <a:spLocks noGrp="1"/>
          </p:cNvSpPr>
          <p:nvPr>
            <p:ph type="body" idx="5"/>
          </p:nvPr>
        </p:nvSpPr>
        <p:spPr>
          <a:xfrm>
            <a:off x="5006772" y="3972517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 b="0"/>
              <a:t>сравнение нескольких контрагентов в интерфейсе, правки по отзывам</a:t>
            </a:r>
            <a:endParaRPr sz="1300" dirty="0"/>
          </a:p>
        </p:txBody>
      </p:sp>
      <p:sp>
        <p:nvSpPr>
          <p:cNvPr id="1082" name="Google Shape;1082;p38"/>
          <p:cNvSpPr txBox="1">
            <a:spLocks noGrp="1"/>
          </p:cNvSpPr>
          <p:nvPr>
            <p:ph type="body" idx="7"/>
          </p:nvPr>
        </p:nvSpPr>
        <p:spPr>
          <a:xfrm>
            <a:off x="7256283" y="3972525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70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0"/>
              <a:t>финальные презентация, описание и код в Talent Track</a:t>
            </a:r>
            <a:endParaRPr/>
          </a:p>
        </p:txBody>
      </p:sp>
      <p:sp>
        <p:nvSpPr>
          <p:cNvPr id="1083" name="Google Shape;1083;p38"/>
          <p:cNvSpPr txBox="1">
            <a:spLocks noGrp="1"/>
          </p:cNvSpPr>
          <p:nvPr>
            <p:ph type="body" idx="9"/>
          </p:nvPr>
        </p:nvSpPr>
        <p:spPr>
          <a:xfrm>
            <a:off x="9505794" y="3972491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70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0"/>
              <a:t>питч на семь минут и живое демо</a:t>
            </a:r>
            <a:endParaRPr/>
          </a:p>
        </p:txBody>
      </p:sp>
      <p:cxnSp>
        <p:nvCxnSpPr>
          <p:cNvPr id="1084" name="Google Shape;1084;p38"/>
          <p:cNvCxnSpPr/>
          <p:nvPr/>
        </p:nvCxnSpPr>
        <p:spPr>
          <a:xfrm>
            <a:off x="278550" y="3057463"/>
            <a:ext cx="11634900" cy="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5" name="Google Shape;1085;p38"/>
          <p:cNvSpPr txBox="1">
            <a:spLocks noGrp="1"/>
          </p:cNvSpPr>
          <p:nvPr>
            <p:ph type="subTitle" idx="2"/>
          </p:nvPr>
        </p:nvSpPr>
        <p:spPr>
          <a:xfrm>
            <a:off x="507750" y="2012550"/>
            <a:ext cx="2113500" cy="615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800" b="0"/>
              <a:t>4.09</a:t>
            </a:r>
            <a:endParaRPr/>
          </a:p>
        </p:txBody>
      </p:sp>
      <p:sp>
        <p:nvSpPr>
          <p:cNvPr id="1086" name="Google Shape;1086;p38"/>
          <p:cNvSpPr txBox="1">
            <a:spLocks noGrp="1"/>
          </p:cNvSpPr>
          <p:nvPr>
            <p:ph type="subTitle" idx="4"/>
          </p:nvPr>
        </p:nvSpPr>
        <p:spPr>
          <a:xfrm>
            <a:off x="2773538" y="2012550"/>
            <a:ext cx="2113500" cy="615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800" b="0"/>
              <a:t>5.09</a:t>
            </a:r>
            <a:endParaRPr/>
          </a:p>
        </p:txBody>
      </p:sp>
      <p:sp>
        <p:nvSpPr>
          <p:cNvPr id="1087" name="Google Shape;1087;p38"/>
          <p:cNvSpPr txBox="1">
            <a:spLocks noGrp="1"/>
          </p:cNvSpPr>
          <p:nvPr>
            <p:ph type="subTitle" idx="6"/>
          </p:nvPr>
        </p:nvSpPr>
        <p:spPr>
          <a:xfrm>
            <a:off x="5039326" y="2012550"/>
            <a:ext cx="2113500" cy="615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800" b="0"/>
              <a:t>6.09</a:t>
            </a:r>
            <a:endParaRPr/>
          </a:p>
        </p:txBody>
      </p:sp>
      <p:sp>
        <p:nvSpPr>
          <p:cNvPr id="1088" name="Google Shape;1088;p38"/>
          <p:cNvSpPr txBox="1">
            <a:spLocks noGrp="1"/>
          </p:cNvSpPr>
          <p:nvPr>
            <p:ph type="subTitle" idx="8"/>
          </p:nvPr>
        </p:nvSpPr>
        <p:spPr>
          <a:xfrm>
            <a:off x="7305113" y="2012575"/>
            <a:ext cx="2113500" cy="615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800" b="0"/>
              <a:t>7.09</a:t>
            </a:r>
            <a:endParaRPr/>
          </a:p>
        </p:txBody>
      </p:sp>
      <p:sp>
        <p:nvSpPr>
          <p:cNvPr id="1089" name="Google Shape;1089;p38"/>
          <p:cNvSpPr txBox="1">
            <a:spLocks noGrp="1"/>
          </p:cNvSpPr>
          <p:nvPr>
            <p:ph type="subTitle" idx="13"/>
          </p:nvPr>
        </p:nvSpPr>
        <p:spPr>
          <a:xfrm>
            <a:off x="9570901" y="2012550"/>
            <a:ext cx="2113500" cy="615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800" b="0"/>
              <a:t>7.09</a:t>
            </a:r>
            <a:endParaRPr/>
          </a:p>
        </p:txBody>
      </p:sp>
      <p:sp>
        <p:nvSpPr>
          <p:cNvPr id="1090" name="Google Shape;1090;p38"/>
          <p:cNvSpPr txBox="1">
            <a:spLocks noGrp="1"/>
          </p:cNvSpPr>
          <p:nvPr>
            <p:ph type="subTitle" idx="14"/>
          </p:nvPr>
        </p:nvSpPr>
        <p:spPr>
          <a:xfrm>
            <a:off x="507750" y="3518013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/>
              <a:t>Чекпоинт, 15:00</a:t>
            </a:r>
            <a:endParaRPr/>
          </a:p>
        </p:txBody>
      </p:sp>
      <p:sp>
        <p:nvSpPr>
          <p:cNvPr id="1091" name="Google Shape;1091;p38"/>
          <p:cNvSpPr txBox="1">
            <a:spLocks noGrp="1"/>
          </p:cNvSpPr>
          <p:nvPr>
            <p:ph type="subTitle" idx="15"/>
          </p:nvPr>
        </p:nvSpPr>
        <p:spPr>
          <a:xfrm>
            <a:off x="2757261" y="3518000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400" b="0"/>
              <a:t>Промпт и повторы</a:t>
            </a:r>
            <a:endParaRPr/>
          </a:p>
        </p:txBody>
      </p:sp>
      <p:sp>
        <p:nvSpPr>
          <p:cNvPr id="1092" name="Google Shape;1092;p38"/>
          <p:cNvSpPr txBox="1">
            <a:spLocks noGrp="1"/>
          </p:cNvSpPr>
          <p:nvPr>
            <p:ph type="subTitle" idx="16"/>
          </p:nvPr>
        </p:nvSpPr>
        <p:spPr>
          <a:xfrm>
            <a:off x="5006771" y="3518013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400" b="0"/>
              <a:t>Peer review</a:t>
            </a:r>
            <a:endParaRPr/>
          </a:p>
        </p:txBody>
      </p:sp>
      <p:sp>
        <p:nvSpPr>
          <p:cNvPr id="1093" name="Google Shape;1093;p38"/>
          <p:cNvSpPr txBox="1">
            <a:spLocks noGrp="1"/>
          </p:cNvSpPr>
          <p:nvPr>
            <p:ph type="subTitle" idx="17"/>
          </p:nvPr>
        </p:nvSpPr>
        <p:spPr>
          <a:xfrm>
            <a:off x="7256282" y="3518000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400" b="0"/>
              <a:t>Артефакты, 10:00</a:t>
            </a:r>
            <a:endParaRPr/>
          </a:p>
        </p:txBody>
      </p:sp>
      <p:sp>
        <p:nvSpPr>
          <p:cNvPr id="1094" name="Google Shape;1094;p38"/>
          <p:cNvSpPr txBox="1">
            <a:spLocks noGrp="1"/>
          </p:cNvSpPr>
          <p:nvPr>
            <p:ph type="subTitle" idx="18"/>
          </p:nvPr>
        </p:nvSpPr>
        <p:spPr>
          <a:xfrm>
            <a:off x="9505793" y="3517988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400" b="0"/>
              <a:t>Demo Day, 12:00</a:t>
            </a:r>
            <a:endParaRPr dirty="0"/>
          </a:p>
        </p:txBody>
      </p:sp>
      <p:cxnSp>
        <p:nvCxnSpPr>
          <p:cNvPr id="1095" name="Google Shape;1095;p38"/>
          <p:cNvCxnSpPr/>
          <p:nvPr/>
        </p:nvCxnSpPr>
        <p:spPr>
          <a:xfrm rot="10800000">
            <a:off x="1629600" y="2740975"/>
            <a:ext cx="0" cy="6639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6" name="Google Shape;1096;p38"/>
          <p:cNvCxnSpPr/>
          <p:nvPr/>
        </p:nvCxnSpPr>
        <p:spPr>
          <a:xfrm rot="10800000">
            <a:off x="3879113" y="2740975"/>
            <a:ext cx="0" cy="6639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7" name="Google Shape;1097;p38"/>
          <p:cNvCxnSpPr/>
          <p:nvPr/>
        </p:nvCxnSpPr>
        <p:spPr>
          <a:xfrm rot="10800000">
            <a:off x="6128625" y="2740975"/>
            <a:ext cx="0" cy="6639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8" name="Google Shape;1098;p38"/>
          <p:cNvCxnSpPr/>
          <p:nvPr/>
        </p:nvCxnSpPr>
        <p:spPr>
          <a:xfrm rot="10800000">
            <a:off x="8378138" y="2740975"/>
            <a:ext cx="0" cy="6639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9" name="Google Shape;1099;p38"/>
          <p:cNvCxnSpPr/>
          <p:nvPr/>
        </p:nvCxnSpPr>
        <p:spPr>
          <a:xfrm rot="10800000">
            <a:off x="10627650" y="2740975"/>
            <a:ext cx="0" cy="6639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7" name="Google Shape;1047;p36"/>
          <p:cNvSpPr/>
          <p:nvPr/>
        </p:nvSpPr>
        <p:spPr>
          <a:xfrm>
            <a:off x="4354800" y="1687475"/>
            <a:ext cx="3482400" cy="4423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36"/>
          <p:cNvSpPr/>
          <p:nvPr/>
        </p:nvSpPr>
        <p:spPr>
          <a:xfrm>
            <a:off x="7942650" y="1687475"/>
            <a:ext cx="3482400" cy="4423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36"/>
          <p:cNvSpPr/>
          <p:nvPr/>
        </p:nvSpPr>
        <p:spPr>
          <a:xfrm>
            <a:off x="766950" y="1687475"/>
            <a:ext cx="3482400" cy="4423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0" name="Google Shape;1050;p36"/>
          <p:cNvSpPr txBox="1">
            <a:spLocks noGrp="1"/>
          </p:cNvSpPr>
          <p:nvPr>
            <p:ph type="title"/>
          </p:nvPr>
        </p:nvSpPr>
        <p:spPr>
          <a:xfrm>
            <a:off x="766950" y="679800"/>
            <a:ext cx="10658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Команда.</a:t>
            </a:r>
            <a:endParaRPr/>
          </a:p>
        </p:txBody>
      </p:sp>
      <p:sp>
        <p:nvSpPr>
          <p:cNvPr id="1051" name="Google Shape;1051;p36"/>
          <p:cNvSpPr txBox="1">
            <a:spLocks noGrp="1"/>
          </p:cNvSpPr>
          <p:nvPr>
            <p:ph type="body" idx="1"/>
          </p:nvPr>
        </p:nvSpPr>
        <p:spPr>
          <a:xfrm>
            <a:off x="934500" y="3451362"/>
            <a:ext cx="31473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 b="0"/>
              <a:t>Hustler. Продукт: пользователь и проблема, гипотеза, границы MVP, метрики. Сделано: продуктовый бриф, описание проекта, презентация. Участие полное.</a:t>
            </a:r>
            <a:endParaRPr sz="2000"/>
          </a:p>
        </p:txBody>
      </p:sp>
      <p:sp>
        <p:nvSpPr>
          <p:cNvPr id="1052" name="Google Shape;1052;p36"/>
          <p:cNvSpPr txBox="1">
            <a:spLocks noGrp="1"/>
          </p:cNvSpPr>
          <p:nvPr>
            <p:ph type="subTitle" idx="2"/>
          </p:nvPr>
        </p:nvSpPr>
        <p:spPr>
          <a:xfrm>
            <a:off x="934500" y="1924277"/>
            <a:ext cx="3147300" cy="152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0">
                <a:latin typeface="Georgia"/>
              </a:rPr>
              <a:t>Владимир Тимошенко</a:t>
            </a:r>
            <a:endParaRPr/>
          </a:p>
        </p:txBody>
      </p:sp>
      <p:sp>
        <p:nvSpPr>
          <p:cNvPr id="1053" name="Google Shape;1053;p36"/>
          <p:cNvSpPr txBox="1">
            <a:spLocks noGrp="1"/>
          </p:cNvSpPr>
          <p:nvPr>
            <p:ph type="body" idx="3"/>
          </p:nvPr>
        </p:nvSpPr>
        <p:spPr>
          <a:xfrm>
            <a:off x="4522350" y="3451375"/>
            <a:ext cx="31473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 b="0"/>
              <a:t>Hipster. Пользовательский опыт и интерфейс, разбор данных, аналоги. Сделано: критерии и рубрика судьи, разбор аналогов, макеты первого экрана. Участие полное.</a:t>
            </a:r>
            <a:endParaRPr sz="2000" dirty="0"/>
          </a:p>
        </p:txBody>
      </p:sp>
      <p:sp>
        <p:nvSpPr>
          <p:cNvPr id="1054" name="Google Shape;1054;p36"/>
          <p:cNvSpPr txBox="1">
            <a:spLocks noGrp="1"/>
          </p:cNvSpPr>
          <p:nvPr>
            <p:ph type="subTitle" idx="4"/>
          </p:nvPr>
        </p:nvSpPr>
        <p:spPr>
          <a:xfrm>
            <a:off x="4522350" y="1924289"/>
            <a:ext cx="3147300" cy="152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0">
                <a:latin typeface="Georgia"/>
              </a:rPr>
              <a:t>Владимир Линьков</a:t>
            </a:r>
            <a:endParaRPr/>
          </a:p>
        </p:txBody>
      </p:sp>
      <p:sp>
        <p:nvSpPr>
          <p:cNvPr id="1055" name="Google Shape;1055;p36"/>
          <p:cNvSpPr txBox="1">
            <a:spLocks noGrp="1"/>
          </p:cNvSpPr>
          <p:nvPr>
            <p:ph type="body" idx="5"/>
          </p:nvPr>
        </p:nvSpPr>
        <p:spPr>
          <a:xfrm>
            <a:off x="8110200" y="3451362"/>
            <a:ext cx="31473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 b="0"/>
              <a:t>Hacker. Код: данные, риск-сигналы, MCP-сервер, агент на LangGraph, API, эталон и прогоны. Сделано: сквозной прототип, 175 тестов, ветка develop. Участие полное.</a:t>
            </a:r>
            <a:endParaRPr sz="2000" dirty="0"/>
          </a:p>
        </p:txBody>
      </p:sp>
      <p:sp>
        <p:nvSpPr>
          <p:cNvPr id="1056" name="Google Shape;1056;p36"/>
          <p:cNvSpPr txBox="1">
            <a:spLocks noGrp="1"/>
          </p:cNvSpPr>
          <p:nvPr>
            <p:ph type="subTitle" idx="6"/>
          </p:nvPr>
        </p:nvSpPr>
        <p:spPr>
          <a:xfrm>
            <a:off x="8110200" y="1924277"/>
            <a:ext cx="3147300" cy="152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0">
                <a:latin typeface="Georgia"/>
              </a:rPr>
              <a:t>Алан Толпаров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52" name="Google Shape;1152;p41"/>
          <p:cNvSpPr txBox="1">
            <a:spLocks noGrp="1"/>
          </p:cNvSpPr>
          <p:nvPr>
            <p:ph type="title"/>
          </p:nvPr>
        </p:nvSpPr>
        <p:spPr>
          <a:xfrm>
            <a:off x="4985747" y="1733250"/>
            <a:ext cx="6200700" cy="1157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СПАСИБО!</a:t>
            </a:r>
            <a:endParaRPr/>
          </a:p>
        </p:txBody>
      </p:sp>
      <p:sp>
        <p:nvSpPr>
          <p:cNvPr id="1153" name="TextBox 1152"/>
          <p:cNvSpPr txBox="1"/>
          <p:nvPr/>
        </p:nvSpPr>
        <p:spPr>
          <a:xfrm>
            <a:off x="4983480" y="61264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Georgia"/>
              </a:rPr>
              <a:t>Шаблон: SlidesMania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sMania Template">
  <a:themeElements>
    <a:clrScheme name="Simple Light">
      <a:dk1>
        <a:srgbClr val="1F5CB6"/>
      </a:dk1>
      <a:lt1>
        <a:srgbClr val="FFFFFF"/>
      </a:lt1>
      <a:dk2>
        <a:srgbClr val="000000"/>
      </a:dk2>
      <a:lt2>
        <a:srgbClr val="EEEEEE"/>
      </a:lt2>
      <a:accent1>
        <a:srgbClr val="205AB9"/>
      </a:accent1>
      <a:accent2>
        <a:srgbClr val="F25757"/>
      </a:accent2>
      <a:accent3>
        <a:srgbClr val="205AB9"/>
      </a:accent3>
      <a:accent4>
        <a:srgbClr val="F25757"/>
      </a:accent4>
      <a:accent5>
        <a:srgbClr val="211B51"/>
      </a:accent5>
      <a:accent6>
        <a:srgbClr val="BCBCBC"/>
      </a:accent6>
      <a:hlink>
        <a:srgbClr val="14386F"/>
      </a:hlink>
      <a:folHlink>
        <a:srgbClr val="0097A7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915</Words>
  <Application>Microsoft Macintosh PowerPoint</Application>
  <PresentationFormat>Широкоэкранный</PresentationFormat>
  <Paragraphs>81</Paragraphs>
  <Slides>12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Arial</vt:lpstr>
      <vt:lpstr>Calibri</vt:lpstr>
      <vt:lpstr>Didact Gothic</vt:lpstr>
      <vt:lpstr>Homemade Apple</vt:lpstr>
      <vt:lpstr>Lexend Deca</vt:lpstr>
      <vt:lpstr>Montserrat</vt:lpstr>
      <vt:lpstr>Poppins</vt:lpstr>
      <vt:lpstr>SlidesMania Template</vt:lpstr>
      <vt:lpstr>Агент для проверки контрагента.</vt:lpstr>
      <vt:lpstr>Пользователь и проблема.</vt:lpstr>
      <vt:lpstr>6 из 200</vt:lpstr>
      <vt:lpstr>Что делает агент.</vt:lpstr>
      <vt:lpstr>Пример: ООО «МАКСМАРКЕТ».</vt:lpstr>
      <vt:lpstr>Как устроено: пять слоёв.</vt:lpstr>
      <vt:lpstr>Что работает на 3 сентября.</vt:lpstr>
      <vt:lpstr>Эталон качества: 50 вопросов, 12 карточек.</vt:lpstr>
      <vt:lpstr>Аналоги и наше отличие.</vt:lpstr>
      <vt:lpstr>План до Demo Day.</vt:lpstr>
      <vt:lpstr>Команда.</vt:lpstr>
      <vt:lpstr>СПАСИБО!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Вова Линьков</cp:lastModifiedBy>
  <cp:revision>3</cp:revision>
  <dcterms:modified xsi:type="dcterms:W3CDTF">2026-09-03T20:56:01Z</dcterms:modified>
</cp:coreProperties>
</file>