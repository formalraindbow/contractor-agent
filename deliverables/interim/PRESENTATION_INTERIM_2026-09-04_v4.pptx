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4"/>
  </p:notesMasterIdLst>
  <p:sldIdLst>
    <p:sldId id="256" r:id="rId2"/>
    <p:sldId id="261" r:id="rId3"/>
    <p:sldId id="264" r:id="rId6"/>
    <p:sldId id="271" r:id="rId5"/>
    <p:sldId id="273" r:id="rId7"/>
    <p:sldId id="259" r:id="rId8"/>
    <p:sldId id="266" r:id="rId9"/>
    <p:sldId id="280" r:id="rId10"/>
    <p:sldId id="282" r:id="rId11"/>
    <p:sldId id="281" r:id="rId12"/>
    <p:sldId id="27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747775"/>
          </p15:clr>
        </p15:guide>
        <p15:guide id="2" pos="384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1"/>
  </p:normalViewPr>
  <p:slideViewPr>
    <p:cSldViewPr snapToGrid="0">
      <p:cViewPr varScale="1">
        <p:scale>
          <a:sx n="116" d="100"/>
          <a:sy n="116" d="100"/>
        </p:scale>
        <p:origin x="320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7" name="Google Shape;82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1eb2014fdb4_1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1eb2014fdb4_1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eb205fd2b6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eb205fd2b6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eb205fd2b6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4" name="Google Shape;894;g1eb205fd2b6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1eb205fd2b6_0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1eb205fd2b6_0_2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b2014fdb4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b2014fdb4_1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1eb205fd2b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1eb205fd2b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1eb205fd2b6_0_7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eb205fd2b6_0_7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oogle Shape;12;p2"/>
          <p:cNvGrpSpPr/>
          <p:nvPr/>
        </p:nvGrpSpPr>
        <p:grpSpPr>
          <a:xfrm>
            <a:off x="5816035" y="-27948"/>
            <a:ext cx="6375876" cy="6911067"/>
            <a:chOff x="3744151" y="3553"/>
            <a:chExt cx="4037153" cy="4376032"/>
          </a:xfrm>
        </p:grpSpPr>
        <p:sp>
          <p:nvSpPr>
            <p:cNvPr id="13" name="Google Shape;13;p2"/>
            <p:cNvSpPr/>
            <p:nvPr/>
          </p:nvSpPr>
          <p:spPr>
            <a:xfrm>
              <a:off x="3746964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3744887" y="345147"/>
              <a:ext cx="4036417" cy="4993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088007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3744616" y="1686181"/>
              <a:ext cx="4036446" cy="4991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29029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744349" y="3027212"/>
              <a:ext cx="4036429" cy="4995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41747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744754" y="1015662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758498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44483" y="2356696"/>
              <a:ext cx="4036417" cy="4995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709956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744216" y="3697731"/>
              <a:ext cx="4036442" cy="4991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082210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744819" y="680404"/>
              <a:ext cx="4036445" cy="4995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423272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744551" y="2021439"/>
              <a:ext cx="4036430" cy="4995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764295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44284" y="3362473"/>
              <a:ext cx="4036454" cy="4991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4752741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44685" y="1350924"/>
              <a:ext cx="4036417" cy="4991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093763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744418" y="2691954"/>
              <a:ext cx="4036441" cy="4995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434826" y="3553"/>
              <a:ext cx="4048" cy="4376032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744151" y="4032989"/>
              <a:ext cx="4036426" cy="4995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"/>
          <p:cNvSpPr/>
          <p:nvPr/>
        </p:nvSpPr>
        <p:spPr>
          <a:xfrm rot="5400000">
            <a:off x="84710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9385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" name="Google Shape;39;p2"/>
          <p:cNvSpPr/>
          <p:nvPr/>
        </p:nvSpPr>
        <p:spPr>
          <a:xfrm rot="5400000">
            <a:off x="74043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79385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900"/>
              <a:buNone/>
              <a:defRPr sz="581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79385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" name="Google Shape;45;p2"/>
          <p:cNvSpPr/>
          <p:nvPr/>
        </p:nvSpPr>
        <p:spPr>
          <a:xfrm rot="5400000">
            <a:off x="79392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" name="Google Shape;46;p2"/>
          <p:cNvSpPr/>
          <p:nvPr/>
        </p:nvSpPr>
        <p:spPr>
          <a:xfrm rot="10800000">
            <a:off x="90006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2"/>
          <p:cNvSpPr/>
          <p:nvPr/>
        </p:nvSpPr>
        <p:spPr>
          <a:xfrm flipH="1">
            <a:off x="90006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"/>
          <p:cNvSpPr/>
          <p:nvPr/>
        </p:nvSpPr>
        <p:spPr>
          <a:xfrm rot="10800000" flipH="1">
            <a:off x="79313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 rot="5400000" flipH="1">
            <a:off x="79313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 rot="-5400000" flipH="1">
            <a:off x="90006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"/>
          <p:cNvSpPr/>
          <p:nvPr/>
        </p:nvSpPr>
        <p:spPr>
          <a:xfrm rot="10800000">
            <a:off x="58247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2" name="Google Shape;52;p2"/>
          <p:cNvSpPr/>
          <p:nvPr/>
        </p:nvSpPr>
        <p:spPr>
          <a:xfrm rot="5400000">
            <a:off x="53011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" name="Google Shape;53;p2"/>
          <p:cNvSpPr/>
          <p:nvPr/>
        </p:nvSpPr>
        <p:spPr>
          <a:xfrm rot="10800000" flipH="1">
            <a:off x="58307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8308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10060275" y="5165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" name="Google Shape;56;p2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7" name="Google Shape;57;p2"/>
          <p:cNvSpPr/>
          <p:nvPr/>
        </p:nvSpPr>
        <p:spPr>
          <a:xfrm rot="5400000">
            <a:off x="9801875" y="18442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8855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79434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" name="Google Shape;60;p2"/>
          <p:cNvSpPr/>
          <p:nvPr/>
        </p:nvSpPr>
        <p:spPr>
          <a:xfrm rot="-5400000">
            <a:off x="10860125" y="1317725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" name="Google Shape;61;p2"/>
          <p:cNvSpPr/>
          <p:nvPr/>
        </p:nvSpPr>
        <p:spPr>
          <a:xfrm rot="5400000" flipH="1">
            <a:off x="10068020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90014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3" name="Google Shape;63;p2"/>
          <p:cNvSpPr/>
          <p:nvPr/>
        </p:nvSpPr>
        <p:spPr>
          <a:xfrm rot="10800000">
            <a:off x="9001428" y="58139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4" name="Google Shape;64;p2"/>
          <p:cNvSpPr/>
          <p:nvPr/>
        </p:nvSpPr>
        <p:spPr>
          <a:xfrm rot="10800000" flipH="1">
            <a:off x="90014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Google Shape;67;p3"/>
          <p:cNvGrpSpPr/>
          <p:nvPr/>
        </p:nvGrpSpPr>
        <p:grpSpPr>
          <a:xfrm>
            <a:off x="-25943" y="-27948"/>
            <a:ext cx="12217854" cy="6911067"/>
            <a:chOff x="-25943" y="-27948"/>
            <a:chExt cx="12217854" cy="6911067"/>
          </a:xfrm>
        </p:grpSpPr>
        <p:grpSp>
          <p:nvGrpSpPr>
            <p:cNvPr id="68" name="Google Shape;68;p3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9" name="Google Shape;69;p3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3" name="Google Shape;93;p3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"/>
            <p:cNvSpPr/>
            <p:nvPr/>
          </p:nvSpPr>
          <p:spPr>
            <a:xfrm>
              <a:off x="156251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"/>
            <p:cNvSpPr/>
            <p:nvPr/>
          </p:nvSpPr>
          <p:spPr>
            <a:xfrm>
              <a:off x="368038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"/>
            <p:cNvSpPr/>
            <p:nvPr/>
          </p:nvSpPr>
          <p:spPr>
            <a:xfrm>
              <a:off x="503541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2621418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4739359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-259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209199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4209874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1033026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3150902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5268843" y="-27948"/>
              <a:ext cx="6393" cy="6911067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" name="Google Shape;116;p3"/>
          <p:cNvSpPr/>
          <p:nvPr/>
        </p:nvSpPr>
        <p:spPr>
          <a:xfrm>
            <a:off x="1377300" y="2027550"/>
            <a:ext cx="94374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1911300" y="2326725"/>
            <a:ext cx="8369400" cy="1812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8" name="Google Shape;118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3"/>
          <p:cNvSpPr txBox="1">
            <a:spLocks noGrp="1"/>
          </p:cNvSpPr>
          <p:nvPr>
            <p:ph type="body" idx="1"/>
          </p:nvPr>
        </p:nvSpPr>
        <p:spPr>
          <a:xfrm>
            <a:off x="1911300" y="4386075"/>
            <a:ext cx="8369400" cy="1212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7025" y="106264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1" name="Google Shape;121;p3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2" name="Google Shape;122;p3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3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 rot="10800000">
            <a:off x="6901" y="3241800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5" name="Google Shape;125;p3"/>
          <p:cNvSpPr/>
          <p:nvPr/>
        </p:nvSpPr>
        <p:spPr>
          <a:xfrm rot="5400000">
            <a:off x="-516562" y="37768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6" name="Google Shape;126;p3"/>
          <p:cNvSpPr/>
          <p:nvPr/>
        </p:nvSpPr>
        <p:spPr>
          <a:xfrm rot="10800000" flipH="1">
            <a:off x="13050" y="32410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29" name="Google Shape;129;p3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0" name="Google Shape;130;p3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1" name="Google Shape;131;p3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5" name="Google Shape;135;p3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36" name="Google Shape;136;p3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10621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0616920" y="511525"/>
            <a:ext cx="1574203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10616814" y="2629421"/>
            <a:ext cx="1574214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10616710" y="4747312"/>
            <a:ext cx="1574207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11680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10616868" y="1570470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10616762" y="3688366"/>
            <a:ext cx="1574203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10616658" y="5806263"/>
            <a:ext cx="1574212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11150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10616893" y="1040997"/>
            <a:ext cx="1574214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10616789" y="3158894"/>
            <a:ext cx="1574208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10616684" y="5276790"/>
            <a:ext cx="157421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10616841" y="2099949"/>
            <a:ext cx="1574203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10616737" y="4217839"/>
            <a:ext cx="1574212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10616633" y="6335736"/>
            <a:ext cx="1574206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4"/>
          <p:cNvSpPr/>
          <p:nvPr/>
        </p:nvSpPr>
        <p:spPr>
          <a:xfrm flipH="1">
            <a:off x="10610335" y="5115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7" name="Google Shape;157;p4"/>
          <p:cNvSpPr/>
          <p:nvPr/>
        </p:nvSpPr>
        <p:spPr>
          <a:xfrm rot="-5400000" flipH="1">
            <a:off x="103421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58" name="Google Shape;158;p4"/>
          <p:cNvSpPr/>
          <p:nvPr/>
        </p:nvSpPr>
        <p:spPr>
          <a:xfrm rot="10800000" flipH="1">
            <a:off x="106074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4"/>
          <p:cNvSpPr/>
          <p:nvPr/>
        </p:nvSpPr>
        <p:spPr>
          <a:xfrm rot="5400000">
            <a:off x="11139988" y="36930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10607500" y="31625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1" name="Google Shape;161;p4"/>
          <p:cNvSpPr/>
          <p:nvPr/>
        </p:nvSpPr>
        <p:spPr>
          <a:xfrm rot="-5400000" flipH="1">
            <a:off x="11669584" y="31618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 flipH="1">
            <a:off x="11669788" y="581277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3" name="Google Shape;163;p4"/>
          <p:cNvSpPr/>
          <p:nvPr/>
        </p:nvSpPr>
        <p:spPr>
          <a:xfrm flipH="1">
            <a:off x="106116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111371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106109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oxes">
  <p:cSld name="CUSTOM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1760438" y="620275"/>
            <a:ext cx="86712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5"/>
          <p:cNvSpPr txBox="1">
            <a:spLocks noGrp="1"/>
          </p:cNvSpPr>
          <p:nvPr>
            <p:ph type="subTitle" idx="1"/>
          </p:nvPr>
        </p:nvSpPr>
        <p:spPr>
          <a:xfrm>
            <a:off x="1760407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69" name="Google Shape;169;p5"/>
          <p:cNvSpPr txBox="1">
            <a:spLocks noGrp="1"/>
          </p:cNvSpPr>
          <p:nvPr>
            <p:ph type="body" idx="2"/>
          </p:nvPr>
        </p:nvSpPr>
        <p:spPr>
          <a:xfrm>
            <a:off x="1760433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0" name="Google Shape;170;p5"/>
          <p:cNvSpPr txBox="1">
            <a:spLocks noGrp="1"/>
          </p:cNvSpPr>
          <p:nvPr>
            <p:ph type="subTitle" idx="3"/>
          </p:nvPr>
        </p:nvSpPr>
        <p:spPr>
          <a:xfrm>
            <a:off x="4718940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1" name="Google Shape;171;p5"/>
          <p:cNvSpPr txBox="1">
            <a:spLocks noGrp="1"/>
          </p:cNvSpPr>
          <p:nvPr>
            <p:ph type="body" idx="4"/>
          </p:nvPr>
        </p:nvSpPr>
        <p:spPr>
          <a:xfrm>
            <a:off x="4718965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5"/>
          <p:cNvSpPr txBox="1">
            <a:spLocks noGrp="1"/>
          </p:cNvSpPr>
          <p:nvPr>
            <p:ph type="subTitle" idx="5"/>
          </p:nvPr>
        </p:nvSpPr>
        <p:spPr>
          <a:xfrm>
            <a:off x="7677492" y="1757925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6"/>
          </p:nvPr>
        </p:nvSpPr>
        <p:spPr>
          <a:xfrm>
            <a:off x="7677517" y="2474780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subTitle" idx="7"/>
          </p:nvPr>
        </p:nvSpPr>
        <p:spPr>
          <a:xfrm>
            <a:off x="1760360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body" idx="8"/>
          </p:nvPr>
        </p:nvSpPr>
        <p:spPr>
          <a:xfrm>
            <a:off x="1760385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5"/>
          <p:cNvSpPr txBox="1">
            <a:spLocks noGrp="1"/>
          </p:cNvSpPr>
          <p:nvPr>
            <p:ph type="subTitle" idx="9"/>
          </p:nvPr>
        </p:nvSpPr>
        <p:spPr>
          <a:xfrm>
            <a:off x="4718892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7" name="Google Shape;177;p5"/>
          <p:cNvSpPr txBox="1">
            <a:spLocks noGrp="1"/>
          </p:cNvSpPr>
          <p:nvPr>
            <p:ph type="body" idx="13"/>
          </p:nvPr>
        </p:nvSpPr>
        <p:spPr>
          <a:xfrm>
            <a:off x="4718918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5"/>
          <p:cNvSpPr txBox="1">
            <a:spLocks noGrp="1"/>
          </p:cNvSpPr>
          <p:nvPr>
            <p:ph type="subTitle" idx="14"/>
          </p:nvPr>
        </p:nvSpPr>
        <p:spPr>
          <a:xfrm>
            <a:off x="7677444" y="4223071"/>
            <a:ext cx="27540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000" b="1">
                <a:solidFill>
                  <a:schemeClr val="accen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79" name="Google Shape;179;p5"/>
          <p:cNvSpPr txBox="1">
            <a:spLocks noGrp="1"/>
          </p:cNvSpPr>
          <p:nvPr>
            <p:ph type="body" idx="15"/>
          </p:nvPr>
        </p:nvSpPr>
        <p:spPr>
          <a:xfrm>
            <a:off x="7677470" y="4939927"/>
            <a:ext cx="27540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1140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1069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999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105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29426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1034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964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1122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52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982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087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05891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017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94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 rot="5400000">
            <a:off x="-523492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6" name="Google Shape;196;p5"/>
          <p:cNvSpPr/>
          <p:nvPr/>
        </p:nvSpPr>
        <p:spPr>
          <a:xfrm rot="5400000" flipH="1">
            <a:off x="270157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34907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5264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99" name="Google Shape;199;p5"/>
          <p:cNvSpPr/>
          <p:nvPr/>
        </p:nvSpPr>
        <p:spPr>
          <a:xfrm rot="10800000" flipH="1">
            <a:off x="5332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1115447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11150221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/>
          <p:nvPr/>
        </p:nvSpPr>
        <p:spPr>
          <a:xfrm>
            <a:off x="11150150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5"/>
          <p:cNvSpPr/>
          <p:nvPr/>
        </p:nvSpPr>
        <p:spPr>
          <a:xfrm>
            <a:off x="11150079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11150186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11150115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11150044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1168393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5"/>
          <p:cNvSpPr/>
          <p:nvPr/>
        </p:nvSpPr>
        <p:spPr>
          <a:xfrm>
            <a:off x="11150203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5"/>
          <p:cNvSpPr/>
          <p:nvPr/>
        </p:nvSpPr>
        <p:spPr>
          <a:xfrm>
            <a:off x="11150133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11150062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5"/>
          <p:cNvSpPr/>
          <p:nvPr/>
        </p:nvSpPr>
        <p:spPr>
          <a:xfrm>
            <a:off x="1115016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1150098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1115002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5"/>
          <p:cNvSpPr/>
          <p:nvPr/>
        </p:nvSpPr>
        <p:spPr>
          <a:xfrm rot="-5400000">
            <a:off x="11420732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5" name="Google Shape;215;p5"/>
          <p:cNvSpPr/>
          <p:nvPr/>
        </p:nvSpPr>
        <p:spPr>
          <a:xfrm rot="-5400000" flipH="1">
            <a:off x="10875525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6" name="Google Shape;216;p5"/>
          <p:cNvSpPr/>
          <p:nvPr/>
        </p:nvSpPr>
        <p:spPr>
          <a:xfrm rot="10800000" flipH="1">
            <a:off x="11140860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5"/>
          <p:cNvSpPr/>
          <p:nvPr/>
        </p:nvSpPr>
        <p:spPr>
          <a:xfrm flipH="1">
            <a:off x="11145050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8" name="Google Shape;218;p5"/>
          <p:cNvSpPr/>
          <p:nvPr/>
        </p:nvSpPr>
        <p:spPr>
          <a:xfrm>
            <a:off x="11670550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19" name="Google Shape;219;p5"/>
          <p:cNvSpPr/>
          <p:nvPr/>
        </p:nvSpPr>
        <p:spPr>
          <a:xfrm>
            <a:off x="11144300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ubtitle and text">
  <p:cSld name="CUSTOM_2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/>
          <p:nvPr/>
        </p:nvSpPr>
        <p:spPr>
          <a:xfrm rot="10800000">
            <a:off x="42318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/>
          <p:nvPr/>
        </p:nvSpPr>
        <p:spPr>
          <a:xfrm rot="10800000">
            <a:off x="3671" y="6338709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 rot="10800000">
            <a:off x="211392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 rot="10800000">
            <a:off x="3925" y="4220816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 rot="10800000">
            <a:off x="4223" y="2102919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"/>
          <p:cNvSpPr/>
          <p:nvPr/>
        </p:nvSpPr>
        <p:spPr>
          <a:xfrm rot="10800000">
            <a:off x="3172899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 rot="10800000">
            <a:off x="3797" y="5279761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/>
          <p:nvPr/>
        </p:nvSpPr>
        <p:spPr>
          <a:xfrm rot="10800000">
            <a:off x="1055021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 rot="10800000">
            <a:off x="4095" y="3161865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6"/>
          <p:cNvSpPr/>
          <p:nvPr/>
        </p:nvSpPr>
        <p:spPr>
          <a:xfrm rot="10800000">
            <a:off x="4349" y="1043974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 rot="10800000">
            <a:off x="370238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6"/>
          <p:cNvSpPr/>
          <p:nvPr/>
        </p:nvSpPr>
        <p:spPr>
          <a:xfrm rot="10800000">
            <a:off x="3713" y="5809234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 rot="10800000">
            <a:off x="158444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/>
          <p:nvPr/>
        </p:nvSpPr>
        <p:spPr>
          <a:xfrm rot="10800000">
            <a:off x="4010" y="3691337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 rot="10800000">
            <a:off x="4265" y="1573447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6"/>
          <p:cNvSpPr/>
          <p:nvPr/>
        </p:nvSpPr>
        <p:spPr>
          <a:xfrm rot="10800000">
            <a:off x="2643413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 rot="10800000">
            <a:off x="3883" y="4750288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6"/>
          <p:cNvSpPr/>
          <p:nvPr/>
        </p:nvSpPr>
        <p:spPr>
          <a:xfrm rot="10800000">
            <a:off x="525537" y="-2806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 rot="10800000">
            <a:off x="4138" y="2632392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6"/>
          <p:cNvSpPr/>
          <p:nvPr/>
        </p:nvSpPr>
        <p:spPr>
          <a:xfrm rot="10800000">
            <a:off x="4435" y="514494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 rot="-5400000">
            <a:off x="-2003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2" name="Google Shape;242;p6"/>
          <p:cNvSpPr/>
          <p:nvPr/>
        </p:nvSpPr>
        <p:spPr>
          <a:xfrm rot="10800000">
            <a:off x="530485" y="263242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3" name="Google Shape;243;p6"/>
          <p:cNvSpPr/>
          <p:nvPr/>
        </p:nvSpPr>
        <p:spPr>
          <a:xfrm rot="-5400000">
            <a:off x="1064697" y="316466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4" name="Google Shape;244;p6"/>
          <p:cNvSpPr/>
          <p:nvPr/>
        </p:nvSpPr>
        <p:spPr>
          <a:xfrm rot="10800000">
            <a:off x="530485" y="36894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5" name="Google Shape;245;p6"/>
          <p:cNvSpPr/>
          <p:nvPr/>
        </p:nvSpPr>
        <p:spPr>
          <a:xfrm rot="10800000">
            <a:off x="530485" y="580829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6" name="Google Shape;246;p6"/>
          <p:cNvSpPr/>
          <p:nvPr/>
        </p:nvSpPr>
        <p:spPr>
          <a:xfrm rot="-5400000">
            <a:off x="-528065" y="4749748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47" name="Google Shape;247;p6"/>
          <p:cNvSpPr/>
          <p:nvPr/>
        </p:nvSpPr>
        <p:spPr>
          <a:xfrm>
            <a:off x="527610" y="581120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6"/>
          <p:cNvSpPr/>
          <p:nvPr/>
        </p:nvSpPr>
        <p:spPr>
          <a:xfrm rot="10800000" flipH="1">
            <a:off x="527585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6"/>
          <p:cNvSpPr/>
          <p:nvPr/>
        </p:nvSpPr>
        <p:spPr>
          <a:xfrm flipH="1">
            <a:off x="1596829" y="368871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6"/>
          <p:cNvSpPr/>
          <p:nvPr/>
        </p:nvSpPr>
        <p:spPr>
          <a:xfrm rot="-5400000" flipH="1">
            <a:off x="1596822" y="263635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6"/>
          <p:cNvSpPr/>
          <p:nvPr/>
        </p:nvSpPr>
        <p:spPr>
          <a:xfrm rot="5400000" flipH="1">
            <a:off x="527607" y="2631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2644282" y="263704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3" name="Google Shape;253;p6"/>
          <p:cNvSpPr/>
          <p:nvPr/>
        </p:nvSpPr>
        <p:spPr>
          <a:xfrm rot="-5400000">
            <a:off x="3167872" y="210201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4" name="Google Shape;254;p6"/>
          <p:cNvSpPr/>
          <p:nvPr/>
        </p:nvSpPr>
        <p:spPr>
          <a:xfrm flipH="1">
            <a:off x="3697467" y="263635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 rot="10800000">
            <a:off x="3697510" y="51592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6" name="Google Shape;256;p6"/>
          <p:cNvSpPr/>
          <p:nvPr/>
        </p:nvSpPr>
        <p:spPr>
          <a:xfrm rot="10800000">
            <a:off x="2643535" y="632772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7" name="Google Shape;257;p6"/>
          <p:cNvSpPr/>
          <p:nvPr/>
        </p:nvSpPr>
        <p:spPr>
          <a:xfrm rot="-5400000">
            <a:off x="2908435" y="502292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8" name="Google Shape;258;p6"/>
          <p:cNvSpPr/>
          <p:nvPr/>
        </p:nvSpPr>
        <p:spPr>
          <a:xfrm rot="10800000">
            <a:off x="2644285" y="273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59" name="Google Shape;259;p6"/>
          <p:cNvSpPr/>
          <p:nvPr/>
        </p:nvSpPr>
        <p:spPr>
          <a:xfrm rot="5400000">
            <a:off x="266250" y="25669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0" name="Google Shape;260;p6"/>
          <p:cNvSpPr/>
          <p:nvPr/>
        </p:nvSpPr>
        <p:spPr>
          <a:xfrm rot="10800000">
            <a:off x="1586335" y="-7877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1" name="Google Shape;261;p6"/>
          <p:cNvSpPr/>
          <p:nvPr/>
        </p:nvSpPr>
        <p:spPr>
          <a:xfrm rot="10800000">
            <a:off x="528385" y="-17177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2" name="Google Shape;262;p6"/>
          <p:cNvSpPr/>
          <p:nvPr/>
        </p:nvSpPr>
        <p:spPr>
          <a:xfrm flipH="1">
            <a:off x="526792" y="51392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3181285" y="5282295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6"/>
          <p:cNvSpPr/>
          <p:nvPr/>
        </p:nvSpPr>
        <p:spPr>
          <a:xfrm rot="5400000" flipH="1">
            <a:off x="3173884" y="528160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6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6"/>
          <p:cNvSpPr txBox="1">
            <a:spLocks noGrp="1"/>
          </p:cNvSpPr>
          <p:nvPr>
            <p:ph type="subTitle" idx="1"/>
          </p:nvPr>
        </p:nvSpPr>
        <p:spPr>
          <a:xfrm>
            <a:off x="4985725" y="2890617"/>
            <a:ext cx="6200700" cy="530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7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7" name="Google Shape;267;p6"/>
          <p:cNvSpPr txBox="1">
            <a:spLocks noGrp="1"/>
          </p:cNvSpPr>
          <p:nvPr>
            <p:ph type="body" idx="2"/>
          </p:nvPr>
        </p:nvSpPr>
        <p:spPr>
          <a:xfrm>
            <a:off x="4985759" y="3421322"/>
            <a:ext cx="62007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oxes">
  <p:cSld name="CUSTOM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7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1" name="Google Shape;271;p7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2" name="Google Shape;272;p7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3" name="Google Shape;273;p7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4" name="Google Shape;274;p7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5" name="Google Shape;275;p7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6" name="Google Shape;276;p7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277" name="Google Shape;277;p7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78" name="Google Shape;278;p7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7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7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7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7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4" name="Google Shape;294;p7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5" name="Google Shape;295;p7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6" name="Google Shape;296;p7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97" name="Google Shape;297;p7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/>
          <p:nvPr/>
        </p:nvSpPr>
        <p:spPr>
          <a:xfrm flipH="1">
            <a:off x="1055012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/>
          <p:nvPr/>
        </p:nvSpPr>
        <p:spPr>
          <a:xfrm flipH="1">
            <a:off x="6105" y="51152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/>
          <p:nvPr/>
        </p:nvSpPr>
        <p:spPr>
          <a:xfrm flipH="1">
            <a:off x="6169" y="262942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/>
          <p:nvPr/>
        </p:nvSpPr>
        <p:spPr>
          <a:xfrm flipH="1">
            <a:off x="6244" y="474731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/>
          <p:nvPr/>
        </p:nvSpPr>
        <p:spPr>
          <a:xfrm flipH="1">
            <a:off x="6137" y="157046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7"/>
          <p:cNvSpPr/>
          <p:nvPr/>
        </p:nvSpPr>
        <p:spPr>
          <a:xfrm flipH="1">
            <a:off x="6212" y="368836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7"/>
          <p:cNvSpPr/>
          <p:nvPr/>
        </p:nvSpPr>
        <p:spPr>
          <a:xfrm flipH="1">
            <a:off x="6275" y="580626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7"/>
          <p:cNvSpPr/>
          <p:nvPr/>
        </p:nvSpPr>
        <p:spPr>
          <a:xfrm flipH="1">
            <a:off x="525558" y="-27948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7"/>
          <p:cNvSpPr/>
          <p:nvPr/>
        </p:nvSpPr>
        <p:spPr>
          <a:xfrm flipH="1">
            <a:off x="6116" y="104099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7"/>
          <p:cNvSpPr/>
          <p:nvPr/>
        </p:nvSpPr>
        <p:spPr>
          <a:xfrm flipH="1">
            <a:off x="6190" y="315889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/>
          <p:nvPr/>
        </p:nvSpPr>
        <p:spPr>
          <a:xfrm flipH="1">
            <a:off x="6254" y="527678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/>
          <p:nvPr/>
        </p:nvSpPr>
        <p:spPr>
          <a:xfrm flipH="1">
            <a:off x="6158" y="209994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/>
          <p:nvPr/>
        </p:nvSpPr>
        <p:spPr>
          <a:xfrm flipH="1">
            <a:off x="6222" y="421783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/>
          <p:nvPr/>
        </p:nvSpPr>
        <p:spPr>
          <a:xfrm flipH="1">
            <a:off x="6297" y="633573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3" name="Google Shape;313;p7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4" name="Google Shape;314;p7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/>
          <p:nvPr/>
        </p:nvSpPr>
        <p:spPr>
          <a:xfrm>
            <a:off x="541936" y="527678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6" name="Google Shape;316;p7"/>
          <p:cNvSpPr/>
          <p:nvPr/>
        </p:nvSpPr>
        <p:spPr>
          <a:xfrm flipH="1">
            <a:off x="14936" y="2105275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17" name="Google Shape;317;p7"/>
          <p:cNvSpPr/>
          <p:nvPr/>
        </p:nvSpPr>
        <p:spPr>
          <a:xfrm flipH="1">
            <a:off x="541186" y="4218938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8"/>
          <p:cNvSpPr txBox="1">
            <a:spLocks noGrp="1"/>
          </p:cNvSpPr>
          <p:nvPr>
            <p:ph type="title"/>
          </p:nvPr>
        </p:nvSpPr>
        <p:spPr>
          <a:xfrm>
            <a:off x="487238" y="6797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20" name="Google Shape;320;p8"/>
          <p:cNvSpPr txBox="1">
            <a:spLocks noGrp="1"/>
          </p:cNvSpPr>
          <p:nvPr>
            <p:ph type="body" idx="1"/>
          </p:nvPr>
        </p:nvSpPr>
        <p:spPr>
          <a:xfrm>
            <a:off x="487238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1" name="Google Shape;321;p8"/>
          <p:cNvSpPr txBox="1">
            <a:spLocks noGrp="1"/>
          </p:cNvSpPr>
          <p:nvPr>
            <p:ph type="body" idx="2"/>
          </p:nvPr>
        </p:nvSpPr>
        <p:spPr>
          <a:xfrm>
            <a:off x="5870213" y="1623014"/>
            <a:ext cx="4762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22" name="Google Shape;322;p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8"/>
          <p:cNvSpPr/>
          <p:nvPr/>
        </p:nvSpPr>
        <p:spPr>
          <a:xfrm>
            <a:off x="11138565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8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8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8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8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8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8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8" name="Google Shape;338;p8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39" name="Google Shape;339;p8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1" name="Google Shape;341;p8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42" name="Google Shape;342;p8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_AND_TWO_COLUMNS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9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345" name="Google Shape;345;p9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346" name="Google Shape;346;p9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0" name="Google Shape;370;p9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3" name="Google Shape;393;p9"/>
          <p:cNvSpPr/>
          <p:nvPr/>
        </p:nvSpPr>
        <p:spPr>
          <a:xfrm rot="5400000" flipH="1">
            <a:off x="266253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4" name="Google Shape;394;p9"/>
          <p:cNvSpPr/>
          <p:nvPr/>
        </p:nvSpPr>
        <p:spPr>
          <a:xfrm rot="5400000">
            <a:off x="273561" y="7797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5" name="Google Shape;395;p9"/>
          <p:cNvSpPr/>
          <p:nvPr/>
        </p:nvSpPr>
        <p:spPr>
          <a:xfrm rot="10800000">
            <a:off x="544532" y="5087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/>
          <p:nvPr/>
        </p:nvSpPr>
        <p:spPr>
          <a:xfrm rot="-5400000">
            <a:off x="11396850" y="2537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7" name="Google Shape;397;p9"/>
          <p:cNvSpPr/>
          <p:nvPr/>
        </p:nvSpPr>
        <p:spPr>
          <a:xfrm>
            <a:off x="11646668" y="15783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398" name="Google Shape;398;p9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9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0" name="Google Shape;400;p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9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2" name="Google Shape;402;p9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3" name="Google Shape;403;p9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4" name="Google Shape;404;p9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05" name="Google Shape;405;p9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TLE_AND_TWO_COLUMNS_1_1"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7" name="Google Shape;407;p10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408" name="Google Shape;408;p10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409" name="Google Shape;409;p10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10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1" name="Google Shape;411;p10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2" name="Google Shape;412;p10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10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10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5" name="Google Shape;415;p10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" name="Google Shape;416;p10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" name="Google Shape;417;p10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8" name="Google Shape;418;p10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9" name="Google Shape;419;p10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0" name="Google Shape;420;p10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0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0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0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0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5" name="Google Shape;425;p10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6" name="Google Shape;426;p10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0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0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0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0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0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0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33" name="Google Shape;433;p10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10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10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0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0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0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10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0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0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0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0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0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0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0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0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0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0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10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10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10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0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10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0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6" name="Google Shape;456;p10"/>
          <p:cNvSpPr/>
          <p:nvPr/>
        </p:nvSpPr>
        <p:spPr>
          <a:xfrm>
            <a:off x="-12900" y="0"/>
            <a:ext cx="12217800" cy="5440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7" name="Google Shape;457;p10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10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10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0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1" name="Google Shape;461;p10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3" name="Google Shape;463;p10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4" name="Google Shape;464;p10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5" name="Google Shape;465;p10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0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67" name="Google Shape;467;p10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0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69" name="Google Shape;469;p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0" name="Google Shape;470;p10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1" name="Google Shape;471;p10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2" name="Google Shape;472;p10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3" name="Google Shape;473;p10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4" name="Google Shape;474;p10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5" name="Google Shape;475;p10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6" name="Google Shape;476;p10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7" name="Google Shape;477;p10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 algn="ctr" rtl="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478" name="Google Shape;478;p10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  <a:noFill/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500" b="1">
                <a:solidFill>
                  <a:schemeClr val="accen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79" name="Google Shape;479;p10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0" name="Google Shape;480;p10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1" name="Google Shape;481;p10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2" name="Google Shape;482;p10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83" name="Google Shape;483;p10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1"/>
          <p:cNvSpPr/>
          <p:nvPr/>
        </p:nvSpPr>
        <p:spPr>
          <a:xfrm flipH="1">
            <a:off x="11155186" y="511413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/>
          <p:nvPr/>
        </p:nvSpPr>
        <p:spPr>
          <a:xfrm flipH="1">
            <a:off x="11155250" y="2629307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/>
          <p:nvPr/>
        </p:nvSpPr>
        <p:spPr>
          <a:xfrm flipH="1">
            <a:off x="11155324" y="474719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11"/>
          <p:cNvSpPr/>
          <p:nvPr/>
        </p:nvSpPr>
        <p:spPr>
          <a:xfrm flipH="1">
            <a:off x="11155217" y="1570357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1"/>
          <p:cNvSpPr/>
          <p:nvPr/>
        </p:nvSpPr>
        <p:spPr>
          <a:xfrm flipH="1">
            <a:off x="11680064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/>
          <p:nvPr/>
        </p:nvSpPr>
        <p:spPr>
          <a:xfrm flipH="1">
            <a:off x="11155292" y="3688251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 flipH="1">
            <a:off x="11155356" y="5806148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p11"/>
          <p:cNvSpPr/>
          <p:nvPr/>
        </p:nvSpPr>
        <p:spPr>
          <a:xfrm flipH="1">
            <a:off x="11155196" y="1040884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1"/>
          <p:cNvSpPr/>
          <p:nvPr/>
        </p:nvSpPr>
        <p:spPr>
          <a:xfrm flipH="1">
            <a:off x="12209487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/>
          <p:nvPr/>
        </p:nvSpPr>
        <p:spPr>
          <a:xfrm flipH="1">
            <a:off x="11155271" y="315878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/>
          <p:nvPr/>
        </p:nvSpPr>
        <p:spPr>
          <a:xfrm flipH="1">
            <a:off x="11155335" y="5276675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11"/>
          <p:cNvSpPr/>
          <p:nvPr/>
        </p:nvSpPr>
        <p:spPr>
          <a:xfrm flipH="1">
            <a:off x="11155239" y="2099836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1"/>
          <p:cNvSpPr/>
          <p:nvPr/>
        </p:nvSpPr>
        <p:spPr>
          <a:xfrm flipH="1">
            <a:off x="11150580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1"/>
          <p:cNvSpPr/>
          <p:nvPr/>
        </p:nvSpPr>
        <p:spPr>
          <a:xfrm flipH="1">
            <a:off x="11155303" y="4217724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1"/>
          <p:cNvSpPr/>
          <p:nvPr/>
        </p:nvSpPr>
        <p:spPr>
          <a:xfrm flipH="1">
            <a:off x="11155377" y="6335620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11"/>
          <p:cNvSpPr/>
          <p:nvPr/>
        </p:nvSpPr>
        <p:spPr>
          <a:xfrm rot="-5400000" flipH="1">
            <a:off x="11149678" y="15746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1" name="Google Shape;501;p11"/>
          <p:cNvSpPr/>
          <p:nvPr/>
        </p:nvSpPr>
        <p:spPr>
          <a:xfrm rot="-5400000">
            <a:off x="11416828" y="34262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2" name="Google Shape;502;p11"/>
          <p:cNvSpPr/>
          <p:nvPr/>
        </p:nvSpPr>
        <p:spPr>
          <a:xfrm flipH="1">
            <a:off x="11150578" y="5280138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3" name="Google Shape;503;p11"/>
          <p:cNvSpPr/>
          <p:nvPr/>
        </p:nvSpPr>
        <p:spPr>
          <a:xfrm flipH="1">
            <a:off x="11149222" y="1044363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04" name="Google Shape;504;p11"/>
          <p:cNvSpPr/>
          <p:nvPr/>
        </p:nvSpPr>
        <p:spPr>
          <a:xfrm rot="10800000">
            <a:off x="11680060" y="104443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2"/>
          <p:cNvSpPr txBox="1">
            <a:spLocks noGrp="1"/>
          </p:cNvSpPr>
          <p:nvPr>
            <p:ph type="title"/>
          </p:nvPr>
        </p:nvSpPr>
        <p:spPr>
          <a:xfrm>
            <a:off x="4517150" y="1600825"/>
            <a:ext cx="62235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09" name="Google Shape;509;p12"/>
          <p:cNvSpPr txBox="1">
            <a:spLocks noGrp="1"/>
          </p:cNvSpPr>
          <p:nvPr>
            <p:ph type="body" idx="1"/>
          </p:nvPr>
        </p:nvSpPr>
        <p:spPr>
          <a:xfrm>
            <a:off x="4517150" y="2886975"/>
            <a:ext cx="6223500" cy="235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10" name="Google Shape;510;p1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1" name="Google Shape;511;p12"/>
          <p:cNvSpPr/>
          <p:nvPr/>
        </p:nvSpPr>
        <p:spPr>
          <a:xfrm flipH="1">
            <a:off x="4232689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 flipH="1">
            <a:off x="-5578" y="512950"/>
            <a:ext cx="424832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 flipH="1">
            <a:off x="211478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 flipH="1">
            <a:off x="-5324" y="2630846"/>
            <a:ext cx="4248359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 flipH="1">
            <a:off x="-30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 flipH="1">
            <a:off x="-5025" y="4748737"/>
            <a:ext cx="4248342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 flipH="1">
            <a:off x="3173751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 flipH="1">
            <a:off x="-5452" y="1571895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 flipH="1">
            <a:off x="1055874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 flipH="1">
            <a:off x="-5153" y="3689791"/>
            <a:ext cx="424832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 flipH="1">
            <a:off x="-4899" y="5807688"/>
            <a:ext cx="4248355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 flipH="1">
            <a:off x="3703235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 flipH="1">
            <a:off x="-5536" y="1042422"/>
            <a:ext cx="4248358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 flipH="1">
            <a:off x="158529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 flipH="1">
            <a:off x="-5238" y="3160319"/>
            <a:ext cx="424834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 flipH="1">
            <a:off x="-4983" y="5278215"/>
            <a:ext cx="4248368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 flipH="1">
            <a:off x="2644266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/>
          <p:nvPr/>
        </p:nvSpPr>
        <p:spPr>
          <a:xfrm flipH="1">
            <a:off x="-5366" y="2101374"/>
            <a:ext cx="424832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2"/>
          <p:cNvSpPr/>
          <p:nvPr/>
        </p:nvSpPr>
        <p:spPr>
          <a:xfrm flipH="1">
            <a:off x="526390" y="-26535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2"/>
          <p:cNvSpPr/>
          <p:nvPr/>
        </p:nvSpPr>
        <p:spPr>
          <a:xfrm flipH="1">
            <a:off x="-5110" y="4219264"/>
            <a:ext cx="4248354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2"/>
          <p:cNvSpPr/>
          <p:nvPr/>
        </p:nvSpPr>
        <p:spPr>
          <a:xfrm flipH="1">
            <a:off x="-4813" y="6337161"/>
            <a:ext cx="4248338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2"/>
          <p:cNvSpPr/>
          <p:nvPr/>
        </p:nvSpPr>
        <p:spPr>
          <a:xfrm rot="-5400000" flipH="1">
            <a:off x="-1153" y="422862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3" name="Google Shape;533;p12"/>
          <p:cNvSpPr/>
          <p:nvPr/>
        </p:nvSpPr>
        <p:spPr>
          <a:xfrm flipH="1">
            <a:off x="531335" y="520838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4" name="Google Shape;534;p12"/>
          <p:cNvSpPr/>
          <p:nvPr/>
        </p:nvSpPr>
        <p:spPr>
          <a:xfrm rot="-5400000" flipH="1">
            <a:off x="263125" y="789043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5" name="Google Shape;535;p12"/>
          <p:cNvSpPr/>
          <p:nvPr/>
        </p:nvSpPr>
        <p:spPr>
          <a:xfrm rot="10800000" flipH="1">
            <a:off x="528460" y="51804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2"/>
          <p:cNvSpPr/>
          <p:nvPr/>
        </p:nvSpPr>
        <p:spPr>
          <a:xfrm rot="10800000" flipH="1">
            <a:off x="2644257" y="-1455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7" name="Google Shape;537;p12"/>
          <p:cNvSpPr/>
          <p:nvPr/>
        </p:nvSpPr>
        <p:spPr>
          <a:xfrm rot="-5400000" flipH="1">
            <a:off x="3167847" y="5204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38" name="Google Shape;538;p12"/>
          <p:cNvSpPr/>
          <p:nvPr/>
        </p:nvSpPr>
        <p:spPr>
          <a:xfrm rot="10800000">
            <a:off x="3697442" y="-1525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2"/>
          <p:cNvSpPr/>
          <p:nvPr/>
        </p:nvSpPr>
        <p:spPr>
          <a:xfrm flipH="1">
            <a:off x="3698360" y="5813213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0" name="Google Shape;540;p12"/>
          <p:cNvSpPr/>
          <p:nvPr/>
        </p:nvSpPr>
        <p:spPr>
          <a:xfrm flipH="1">
            <a:off x="2645313" y="5819824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1" name="Google Shape;541;p12"/>
          <p:cNvSpPr/>
          <p:nvPr/>
        </p:nvSpPr>
        <p:spPr>
          <a:xfrm flipH="1">
            <a:off x="1587175" y="5283830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2" name="Google Shape;542;p12"/>
          <p:cNvSpPr/>
          <p:nvPr/>
        </p:nvSpPr>
        <p:spPr>
          <a:xfrm flipH="1">
            <a:off x="529235" y="581531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3" name="Google Shape;543;p12"/>
          <p:cNvSpPr/>
          <p:nvPr/>
        </p:nvSpPr>
        <p:spPr>
          <a:xfrm rot="5400000" flipH="1">
            <a:off x="262985" y="5549063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4" name="Google Shape;544;p12"/>
          <p:cNvSpPr/>
          <p:nvPr/>
        </p:nvSpPr>
        <p:spPr>
          <a:xfrm rot="10800000">
            <a:off x="527642" y="58153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2"/>
          <p:cNvSpPr/>
          <p:nvPr/>
        </p:nvSpPr>
        <p:spPr>
          <a:xfrm flipH="1">
            <a:off x="2647010" y="10426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6" name="Google Shape;546;p12"/>
          <p:cNvSpPr>
            <a:spLocks noGrp="1"/>
          </p:cNvSpPr>
          <p:nvPr>
            <p:ph type="pic" idx="2"/>
          </p:nvPr>
        </p:nvSpPr>
        <p:spPr>
          <a:xfrm>
            <a:off x="510138" y="1582563"/>
            <a:ext cx="3717000" cy="3705000"/>
          </a:xfrm>
          <a:prstGeom prst="teardrop">
            <a:avLst>
              <a:gd name="adj" fmla="val 100000"/>
            </a:avLst>
          </a:prstGeom>
          <a:noFill/>
          <a:ln>
            <a:noFill/>
          </a:ln>
        </p:spPr>
      </p:sp>
      <p:sp>
        <p:nvSpPr>
          <p:cNvPr id="547" name="Google Shape;547;p12"/>
          <p:cNvSpPr/>
          <p:nvPr/>
        </p:nvSpPr>
        <p:spPr>
          <a:xfrm flipH="1">
            <a:off x="2460" y="21038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48" name="Google Shape;548;p12"/>
          <p:cNvSpPr/>
          <p:nvPr/>
        </p:nvSpPr>
        <p:spPr>
          <a:xfrm flipH="1">
            <a:off x="11138643" y="539475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2"/>
          <p:cNvSpPr/>
          <p:nvPr/>
        </p:nvSpPr>
        <p:spPr>
          <a:xfrm flipH="1">
            <a:off x="11138706" y="2657370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2"/>
          <p:cNvSpPr/>
          <p:nvPr/>
        </p:nvSpPr>
        <p:spPr>
          <a:xfrm flipH="1">
            <a:off x="11138781" y="4775260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2"/>
          <p:cNvSpPr/>
          <p:nvPr/>
        </p:nvSpPr>
        <p:spPr>
          <a:xfrm flipH="1">
            <a:off x="11138674" y="1598419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2"/>
          <p:cNvSpPr/>
          <p:nvPr/>
        </p:nvSpPr>
        <p:spPr>
          <a:xfrm flipH="1">
            <a:off x="11663521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2"/>
          <p:cNvSpPr/>
          <p:nvPr/>
        </p:nvSpPr>
        <p:spPr>
          <a:xfrm flipH="1">
            <a:off x="11138749" y="3716314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2"/>
          <p:cNvSpPr/>
          <p:nvPr/>
        </p:nvSpPr>
        <p:spPr>
          <a:xfrm flipH="1">
            <a:off x="11138813" y="5834210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2"/>
          <p:cNvSpPr/>
          <p:nvPr/>
        </p:nvSpPr>
        <p:spPr>
          <a:xfrm flipH="1">
            <a:off x="11138653" y="1068946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2"/>
          <p:cNvSpPr/>
          <p:nvPr/>
        </p:nvSpPr>
        <p:spPr>
          <a:xfrm flipH="1">
            <a:off x="12192943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2"/>
          <p:cNvSpPr/>
          <p:nvPr/>
        </p:nvSpPr>
        <p:spPr>
          <a:xfrm flipH="1">
            <a:off x="11138728" y="3186843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2"/>
          <p:cNvSpPr/>
          <p:nvPr/>
        </p:nvSpPr>
        <p:spPr>
          <a:xfrm flipH="1">
            <a:off x="11138792" y="5304737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2"/>
          <p:cNvSpPr/>
          <p:nvPr/>
        </p:nvSpPr>
        <p:spPr>
          <a:xfrm flipH="1">
            <a:off x="11138696" y="2127898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2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2"/>
          <p:cNvSpPr/>
          <p:nvPr/>
        </p:nvSpPr>
        <p:spPr>
          <a:xfrm flipH="1">
            <a:off x="11138760" y="4245787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12"/>
          <p:cNvSpPr/>
          <p:nvPr/>
        </p:nvSpPr>
        <p:spPr>
          <a:xfrm flipH="1">
            <a:off x="11138834" y="6363683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2"/>
          <p:cNvSpPr/>
          <p:nvPr/>
        </p:nvSpPr>
        <p:spPr>
          <a:xfrm rot="-5400000" flipH="1">
            <a:off x="11133135" y="160267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4" name="Google Shape;564;p12"/>
          <p:cNvSpPr/>
          <p:nvPr/>
        </p:nvSpPr>
        <p:spPr>
          <a:xfrm rot="-5400000">
            <a:off x="11400285" y="345427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5" name="Google Shape;565;p12"/>
          <p:cNvSpPr/>
          <p:nvPr/>
        </p:nvSpPr>
        <p:spPr>
          <a:xfrm flipH="1">
            <a:off x="11134035" y="53082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6" name="Google Shape;566;p12"/>
          <p:cNvSpPr/>
          <p:nvPr/>
        </p:nvSpPr>
        <p:spPr>
          <a:xfrm flipH="1">
            <a:off x="11132678" y="1072425"/>
            <a:ext cx="10614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67" name="Google Shape;567;p12"/>
          <p:cNvSpPr/>
          <p:nvPr/>
        </p:nvSpPr>
        <p:spPr>
          <a:xfrm rot="10800000">
            <a:off x="11663517" y="1072497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left">
  <p:cSld name="ONE_COLUMN_TEXT_1"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3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3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3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13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13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13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13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13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13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13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13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3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3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13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3" name="Google Shape;583;p13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4" name="Google Shape;584;p13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3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6" name="Google Shape;586;p13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7" name="Google Shape;587;p13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588" name="Google Shape;588;p13"/>
          <p:cNvSpPr txBox="1">
            <a:spLocks noGrp="1"/>
          </p:cNvSpPr>
          <p:nvPr>
            <p:ph type="title"/>
          </p:nvPr>
        </p:nvSpPr>
        <p:spPr>
          <a:xfrm>
            <a:off x="5297641" y="509800"/>
            <a:ext cx="5637000" cy="46794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589" name="Google Shape;589;p13"/>
          <p:cNvSpPr txBox="1">
            <a:spLocks noGrp="1"/>
          </p:cNvSpPr>
          <p:nvPr>
            <p:ph type="body" idx="1"/>
          </p:nvPr>
        </p:nvSpPr>
        <p:spPr>
          <a:xfrm>
            <a:off x="217650" y="5491100"/>
            <a:ext cx="10717200" cy="857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590" name="Google Shape;590;p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1" name="Google Shape;591;p13"/>
          <p:cNvSpPr>
            <a:spLocks noGrp="1"/>
          </p:cNvSpPr>
          <p:nvPr>
            <p:ph type="pic" idx="2"/>
          </p:nvPr>
        </p:nvSpPr>
        <p:spPr>
          <a:xfrm>
            <a:off x="598650" y="509800"/>
            <a:ext cx="6469500" cy="46794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13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and image right">
  <p:cSld name="ONE_COLUMN_TEXT_1_1"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14"/>
          <p:cNvSpPr/>
          <p:nvPr/>
        </p:nvSpPr>
        <p:spPr>
          <a:xfrm flipH="1">
            <a:off x="11131050" y="511400"/>
            <a:ext cx="1059559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4"/>
          <p:cNvSpPr/>
          <p:nvPr/>
        </p:nvSpPr>
        <p:spPr>
          <a:xfrm flipH="1">
            <a:off x="11131114" y="2629295"/>
            <a:ext cx="1059567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4"/>
          <p:cNvSpPr/>
          <p:nvPr/>
        </p:nvSpPr>
        <p:spPr>
          <a:xfrm flipH="1">
            <a:off x="11131188" y="4747185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4"/>
          <p:cNvSpPr/>
          <p:nvPr/>
        </p:nvSpPr>
        <p:spPr>
          <a:xfrm flipH="1">
            <a:off x="11131081" y="1570344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14"/>
          <p:cNvSpPr/>
          <p:nvPr/>
        </p:nvSpPr>
        <p:spPr>
          <a:xfrm flipH="1">
            <a:off x="11131156" y="3688239"/>
            <a:ext cx="1059559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14"/>
          <p:cNvSpPr/>
          <p:nvPr/>
        </p:nvSpPr>
        <p:spPr>
          <a:xfrm flipH="1">
            <a:off x="11131220" y="5806135"/>
            <a:ext cx="1059566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4"/>
          <p:cNvSpPr/>
          <p:nvPr/>
        </p:nvSpPr>
        <p:spPr>
          <a:xfrm flipH="1">
            <a:off x="11650503" y="-28073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4"/>
          <p:cNvSpPr/>
          <p:nvPr/>
        </p:nvSpPr>
        <p:spPr>
          <a:xfrm flipH="1">
            <a:off x="11131060" y="1040871"/>
            <a:ext cx="10595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14"/>
          <p:cNvSpPr/>
          <p:nvPr/>
        </p:nvSpPr>
        <p:spPr>
          <a:xfrm flipH="1">
            <a:off x="11131135" y="3158768"/>
            <a:ext cx="1059563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4"/>
          <p:cNvSpPr/>
          <p:nvPr/>
        </p:nvSpPr>
        <p:spPr>
          <a:xfrm flipH="1">
            <a:off x="11131199" y="5276662"/>
            <a:ext cx="1059569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4"/>
          <p:cNvSpPr/>
          <p:nvPr/>
        </p:nvSpPr>
        <p:spPr>
          <a:xfrm flipH="1">
            <a:off x="11131103" y="2099823"/>
            <a:ext cx="1059559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4"/>
          <p:cNvSpPr/>
          <p:nvPr/>
        </p:nvSpPr>
        <p:spPr>
          <a:xfrm flipH="1">
            <a:off x="11131167" y="4217712"/>
            <a:ext cx="1059566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4"/>
          <p:cNvSpPr/>
          <p:nvPr/>
        </p:nvSpPr>
        <p:spPr>
          <a:xfrm flipH="1">
            <a:off x="11131241" y="6335608"/>
            <a:ext cx="1059562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4"/>
          <p:cNvSpPr/>
          <p:nvPr/>
        </p:nvSpPr>
        <p:spPr>
          <a:xfrm rot="5400000" flipH="1">
            <a:off x="11391198" y="253588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8" name="Google Shape;608;p14"/>
          <p:cNvSpPr/>
          <p:nvPr/>
        </p:nvSpPr>
        <p:spPr>
          <a:xfrm rot="5400000">
            <a:off x="11398505" y="779618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09" name="Google Shape;609;p14"/>
          <p:cNvSpPr/>
          <p:nvPr/>
        </p:nvSpPr>
        <p:spPr>
          <a:xfrm rot="10800000">
            <a:off x="11669476" y="508619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11666880" y="5276655"/>
            <a:ext cx="528900" cy="1583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1" name="Google Shape;611;p14"/>
          <p:cNvSpPr/>
          <p:nvPr/>
        </p:nvSpPr>
        <p:spPr>
          <a:xfrm flipH="1">
            <a:off x="11139880" y="21051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2" name="Google Shape;612;p14"/>
          <p:cNvSpPr/>
          <p:nvPr/>
        </p:nvSpPr>
        <p:spPr>
          <a:xfrm flipH="1">
            <a:off x="11666130" y="4218813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13" name="Google Shape;613;p14"/>
          <p:cNvSpPr/>
          <p:nvPr/>
        </p:nvSpPr>
        <p:spPr>
          <a:xfrm flipH="1">
            <a:off x="11134037" y="-10"/>
            <a:ext cx="6396" cy="6914131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14"/>
          <p:cNvSpPr>
            <a:spLocks noGrp="1"/>
          </p:cNvSpPr>
          <p:nvPr>
            <p:ph type="pic" idx="2"/>
          </p:nvPr>
        </p:nvSpPr>
        <p:spPr>
          <a:xfrm>
            <a:off x="6342475" y="0"/>
            <a:ext cx="55086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615" name="Google Shape;615;p14"/>
          <p:cNvSpPr txBox="1">
            <a:spLocks noGrp="1"/>
          </p:cNvSpPr>
          <p:nvPr>
            <p:ph type="title"/>
          </p:nvPr>
        </p:nvSpPr>
        <p:spPr>
          <a:xfrm>
            <a:off x="636150" y="772250"/>
            <a:ext cx="5162400" cy="1645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74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16" name="Google Shape;616;p14"/>
          <p:cNvSpPr txBox="1">
            <a:spLocks noGrp="1"/>
          </p:cNvSpPr>
          <p:nvPr>
            <p:ph type="body" idx="1"/>
          </p:nvPr>
        </p:nvSpPr>
        <p:spPr>
          <a:xfrm>
            <a:off x="636150" y="2555350"/>
            <a:ext cx="5162400" cy="3530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rtl="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marL="914400" lvl="1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2pPr>
            <a:lvl3pPr marL="1371600" lvl="2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3pPr>
            <a:lvl4pPr marL="1828800" lvl="3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4pPr>
            <a:lvl5pPr marL="2286000" lvl="4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5pPr>
            <a:lvl6pPr marL="2743200" lvl="5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6pPr>
            <a:lvl7pPr marL="3200400" lvl="6" indent="-412750" rtl="0">
              <a:spcBef>
                <a:spcPts val="0"/>
              </a:spcBef>
              <a:spcAft>
                <a:spcPts val="0"/>
              </a:spcAft>
              <a:buSzPts val="2900"/>
              <a:buChar char="●"/>
              <a:defRPr sz="2900"/>
            </a:lvl7pPr>
            <a:lvl8pPr marL="3657600" lvl="7" indent="-412750" rtl="0">
              <a:spcBef>
                <a:spcPts val="0"/>
              </a:spcBef>
              <a:spcAft>
                <a:spcPts val="0"/>
              </a:spcAft>
              <a:buSzPts val="2900"/>
              <a:buChar char="○"/>
              <a:defRPr sz="2900"/>
            </a:lvl8pPr>
            <a:lvl9pPr marL="4114800" lvl="8" indent="-412750" rtl="0">
              <a:spcBef>
                <a:spcPts val="0"/>
              </a:spcBef>
              <a:spcAft>
                <a:spcPts val="0"/>
              </a:spcAft>
              <a:buSzPts val="2900"/>
              <a:buChar char="■"/>
              <a:defRPr sz="2900"/>
            </a:lvl9pPr>
          </a:lstStyle>
          <a:p>
            <a:endParaRPr/>
          </a:p>
        </p:txBody>
      </p:sp>
      <p:sp>
        <p:nvSpPr>
          <p:cNvPr id="617" name="Google Shape;617;p1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MAIN_POINT"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9" name="Google Shape;619;p15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620" name="Google Shape;620;p15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5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6" name="Google Shape;636;p15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7" name="Google Shape;637;p15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8" name="Google Shape;638;p15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45" name="Google Shape;645;p15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5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5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5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5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5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5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5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5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5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5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5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5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5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5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5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5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5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8" name="Google Shape;668;p15"/>
          <p:cNvSpPr txBox="1">
            <a:spLocks noGrp="1"/>
          </p:cNvSpPr>
          <p:nvPr>
            <p:ph type="title"/>
          </p:nvPr>
        </p:nvSpPr>
        <p:spPr>
          <a:xfrm>
            <a:off x="683250" y="1874626"/>
            <a:ext cx="10825500" cy="3639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669" name="Google Shape;669;p1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15"/>
          <p:cNvSpPr txBox="1">
            <a:spLocks noGrp="1"/>
          </p:cNvSpPr>
          <p:nvPr>
            <p:ph type="subTitle" idx="1"/>
          </p:nvPr>
        </p:nvSpPr>
        <p:spPr>
          <a:xfrm>
            <a:off x="683250" y="5595313"/>
            <a:ext cx="10825500" cy="731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>
            <a:endParaRPr/>
          </a:p>
        </p:txBody>
      </p:sp>
      <p:sp>
        <p:nvSpPr>
          <p:cNvPr id="671" name="Google Shape;671;p15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7025" y="1062650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3" name="Google Shape;673;p15"/>
          <p:cNvSpPr/>
          <p:nvPr/>
        </p:nvSpPr>
        <p:spPr>
          <a:xfrm rot="5400000">
            <a:off x="-527187" y="5304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4" name="Google Shape;674;p15"/>
          <p:cNvSpPr/>
          <p:nvPr/>
        </p:nvSpPr>
        <p:spPr>
          <a:xfrm rot="5400000" flipH="1">
            <a:off x="-105" y="10573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6" name="Google Shape;676;p15"/>
          <p:cNvSpPr/>
          <p:nvPr/>
        </p:nvSpPr>
        <p:spPr>
          <a:xfrm rot="5400000">
            <a:off x="10853600" y="7828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7" name="Google Shape;677;p15"/>
          <p:cNvSpPr/>
          <p:nvPr/>
        </p:nvSpPr>
        <p:spPr>
          <a:xfrm rot="5400000">
            <a:off x="10853600" y="237597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8" name="Google Shape;678;p15"/>
          <p:cNvSpPr/>
          <p:nvPr/>
        </p:nvSpPr>
        <p:spPr>
          <a:xfrm rot="-5400000">
            <a:off x="11391500" y="1838075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79" name="Google Shape;679;p15"/>
          <p:cNvSpPr/>
          <p:nvPr/>
        </p:nvSpPr>
        <p:spPr>
          <a:xfrm rot="5400000">
            <a:off x="11119057" y="21090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15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1" name="Google Shape;681;p15"/>
          <p:cNvSpPr/>
          <p:nvPr/>
        </p:nvSpPr>
        <p:spPr>
          <a:xfrm>
            <a:off x="11648750" y="5283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2" name="Google Shape;682;p15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3" name="Google Shape;683;p15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84" name="Google Shape;684;p15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16"/>
          <p:cNvSpPr/>
          <p:nvPr/>
        </p:nvSpPr>
        <p:spPr>
          <a:xfrm>
            <a:off x="7954078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7950402" y="511525"/>
            <a:ext cx="4238238" cy="7889"/>
          </a:xfrm>
          <a:custGeom>
            <a:avLst/>
            <a:gdLst/>
            <a:ahLst/>
            <a:cxnLst/>
            <a:rect l="l" t="t" r="r" b="b"/>
            <a:pathLst>
              <a:path w="4036417" h="4993" extrusionOk="0">
                <a:moveTo>
                  <a:pt x="4036418" y="4994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1007198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16"/>
          <p:cNvSpPr/>
          <p:nvPr/>
        </p:nvSpPr>
        <p:spPr>
          <a:xfrm>
            <a:off x="7950117" y="2629421"/>
            <a:ext cx="4238268" cy="7886"/>
          </a:xfrm>
          <a:custGeom>
            <a:avLst/>
            <a:gdLst/>
            <a:ahLst/>
            <a:cxnLst/>
            <a:rect l="l" t="t" r="r" b="b"/>
            <a:pathLst>
              <a:path w="4036446" h="4991" extrusionOk="0">
                <a:moveTo>
                  <a:pt x="4036446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7949836" y="4747312"/>
            <a:ext cx="4238250" cy="7892"/>
          </a:xfrm>
          <a:custGeom>
            <a:avLst/>
            <a:gdLst/>
            <a:ahLst/>
            <a:cxnLst/>
            <a:rect l="l" t="t" r="r" b="b"/>
            <a:pathLst>
              <a:path w="4036429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16"/>
          <p:cNvSpPr/>
          <p:nvPr/>
        </p:nvSpPr>
        <p:spPr>
          <a:xfrm>
            <a:off x="9013016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16"/>
          <p:cNvSpPr/>
          <p:nvPr/>
        </p:nvSpPr>
        <p:spPr>
          <a:xfrm>
            <a:off x="7950262" y="1570470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11130893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7949977" y="3688366"/>
            <a:ext cx="4238238" cy="7892"/>
          </a:xfrm>
          <a:custGeom>
            <a:avLst/>
            <a:gdLst/>
            <a:ahLst/>
            <a:cxnLst/>
            <a:rect l="l" t="t" r="r" b="b"/>
            <a:pathLst>
              <a:path w="4036417" h="4995" extrusionOk="0">
                <a:moveTo>
                  <a:pt x="4036418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16"/>
          <p:cNvSpPr/>
          <p:nvPr/>
        </p:nvSpPr>
        <p:spPr>
          <a:xfrm>
            <a:off x="7949697" y="5806263"/>
            <a:ext cx="4238264" cy="7886"/>
          </a:xfrm>
          <a:custGeom>
            <a:avLst/>
            <a:gdLst/>
            <a:ahLst/>
            <a:cxnLst/>
            <a:rect l="l" t="t" r="r" b="b"/>
            <a:pathLst>
              <a:path w="4036442" h="4991" extrusionOk="0">
                <a:moveTo>
                  <a:pt x="4036442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8483532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16"/>
          <p:cNvSpPr/>
          <p:nvPr/>
        </p:nvSpPr>
        <p:spPr>
          <a:xfrm>
            <a:off x="7950330" y="1040997"/>
            <a:ext cx="4238267" cy="7892"/>
          </a:xfrm>
          <a:custGeom>
            <a:avLst/>
            <a:gdLst/>
            <a:ahLst/>
            <a:cxnLst/>
            <a:rect l="l" t="t" r="r" b="b"/>
            <a:pathLst>
              <a:path w="4036445" h="4995" extrusionOk="0">
                <a:moveTo>
                  <a:pt x="403644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1060147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16"/>
          <p:cNvSpPr/>
          <p:nvPr/>
        </p:nvSpPr>
        <p:spPr>
          <a:xfrm>
            <a:off x="7950049" y="3158894"/>
            <a:ext cx="4238252" cy="7892"/>
          </a:xfrm>
          <a:custGeom>
            <a:avLst/>
            <a:gdLst/>
            <a:ahLst/>
            <a:cxnLst/>
            <a:rect l="l" t="t" r="r" b="b"/>
            <a:pathLst>
              <a:path w="4036430" h="4995" extrusionOk="0">
                <a:moveTo>
                  <a:pt x="4036430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7949768" y="5276790"/>
            <a:ext cx="4238277" cy="7886"/>
          </a:xfrm>
          <a:custGeom>
            <a:avLst/>
            <a:gdLst/>
            <a:ahLst/>
            <a:cxnLst/>
            <a:rect l="l" t="t" r="r" b="b"/>
            <a:pathLst>
              <a:path w="4036454" h="4991" extrusionOk="0">
                <a:moveTo>
                  <a:pt x="4036455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16"/>
          <p:cNvSpPr/>
          <p:nvPr/>
        </p:nvSpPr>
        <p:spPr>
          <a:xfrm>
            <a:off x="9542501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7950189" y="2099949"/>
            <a:ext cx="4238238" cy="7886"/>
          </a:xfrm>
          <a:custGeom>
            <a:avLst/>
            <a:gdLst/>
            <a:ahLst/>
            <a:cxnLst/>
            <a:rect l="l" t="t" r="r" b="b"/>
            <a:pathLst>
              <a:path w="4036417" h="4991" extrusionOk="0">
                <a:moveTo>
                  <a:pt x="4036418" y="4991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16"/>
          <p:cNvSpPr/>
          <p:nvPr/>
        </p:nvSpPr>
        <p:spPr>
          <a:xfrm>
            <a:off x="11660377" y="-27948"/>
            <a:ext cx="6393" cy="6911067"/>
          </a:xfrm>
          <a:custGeom>
            <a:avLst/>
            <a:gdLst/>
            <a:ahLst/>
            <a:cxnLst/>
            <a:rect l="l" t="t" r="r" b="b"/>
            <a:pathLst>
              <a:path w="4048" h="4376032" extrusionOk="0">
                <a:moveTo>
                  <a:pt x="4048" y="0"/>
                </a:moveTo>
                <a:lnTo>
                  <a:pt x="0" y="4376032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7949909" y="4217839"/>
            <a:ext cx="4238263" cy="7892"/>
          </a:xfrm>
          <a:custGeom>
            <a:avLst/>
            <a:gdLst/>
            <a:ahLst/>
            <a:cxnLst/>
            <a:rect l="l" t="t" r="r" b="b"/>
            <a:pathLst>
              <a:path w="4036441" h="4995" extrusionOk="0">
                <a:moveTo>
                  <a:pt x="4036442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16"/>
          <p:cNvSpPr/>
          <p:nvPr/>
        </p:nvSpPr>
        <p:spPr>
          <a:xfrm>
            <a:off x="7949628" y="6335736"/>
            <a:ext cx="4238247" cy="7892"/>
          </a:xfrm>
          <a:custGeom>
            <a:avLst/>
            <a:gdLst/>
            <a:ahLst/>
            <a:cxnLst/>
            <a:rect l="l" t="t" r="r" b="b"/>
            <a:pathLst>
              <a:path w="4036426" h="4995" extrusionOk="0">
                <a:moveTo>
                  <a:pt x="4036426" y="4995"/>
                </a:moveTo>
                <a:lnTo>
                  <a:pt x="0" y="0"/>
                </a:lnTo>
              </a:path>
            </a:pathLst>
          </a:custGeom>
          <a:noFill/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16"/>
          <p:cNvSpPr/>
          <p:nvPr/>
        </p:nvSpPr>
        <p:spPr>
          <a:xfrm rot="5400000">
            <a:off x="10604613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7" name="Google Shape;707;p16"/>
          <p:cNvSpPr/>
          <p:nvPr/>
        </p:nvSpPr>
        <p:spPr>
          <a:xfrm>
            <a:off x="10072125" y="36967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8" name="Google Shape;708;p16"/>
          <p:cNvSpPr/>
          <p:nvPr/>
        </p:nvSpPr>
        <p:spPr>
          <a:xfrm rot="5400000">
            <a:off x="9537913" y="316455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09" name="Google Shape;709;p16"/>
          <p:cNvSpPr/>
          <p:nvPr/>
        </p:nvSpPr>
        <p:spPr>
          <a:xfrm>
            <a:off x="10072125" y="26397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10072125" y="519425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1" name="Google Shape;711;p16"/>
          <p:cNvSpPr/>
          <p:nvPr/>
        </p:nvSpPr>
        <p:spPr>
          <a:xfrm rot="5400000">
            <a:off x="10072875" y="1577975"/>
            <a:ext cx="26475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2" name="Google Shape;712;p16"/>
          <p:cNvSpPr/>
          <p:nvPr/>
        </p:nvSpPr>
        <p:spPr>
          <a:xfrm rot="10800000">
            <a:off x="11134206" y="51663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16"/>
          <p:cNvSpPr/>
          <p:nvPr/>
        </p:nvSpPr>
        <p:spPr>
          <a:xfrm flipH="1">
            <a:off x="11134231" y="263912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16"/>
          <p:cNvSpPr/>
          <p:nvPr/>
        </p:nvSpPr>
        <p:spPr>
          <a:xfrm rot="10800000" flipH="1">
            <a:off x="10064988" y="2639122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16"/>
          <p:cNvSpPr/>
          <p:nvPr/>
        </p:nvSpPr>
        <p:spPr>
          <a:xfrm rot="5400000" flipH="1">
            <a:off x="10064995" y="369148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16"/>
          <p:cNvSpPr/>
          <p:nvPr/>
        </p:nvSpPr>
        <p:spPr>
          <a:xfrm rot="-5400000" flipH="1">
            <a:off x="11134209" y="369609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16"/>
          <p:cNvSpPr/>
          <p:nvPr/>
        </p:nvSpPr>
        <p:spPr>
          <a:xfrm rot="10800000">
            <a:off x="7958328" y="3692183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8" name="Google Shape;718;p16"/>
          <p:cNvSpPr/>
          <p:nvPr/>
        </p:nvSpPr>
        <p:spPr>
          <a:xfrm rot="5400000">
            <a:off x="7434738" y="4227208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19" name="Google Shape;719;p16"/>
          <p:cNvSpPr/>
          <p:nvPr/>
        </p:nvSpPr>
        <p:spPr>
          <a:xfrm rot="10800000" flipH="1">
            <a:off x="7964350" y="369148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16"/>
          <p:cNvSpPr/>
          <p:nvPr/>
        </p:nvSpPr>
        <p:spPr>
          <a:xfrm>
            <a:off x="7964400" y="581180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9018375" y="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2" name="Google Shape;722;p16"/>
          <p:cNvSpPr/>
          <p:nvPr/>
        </p:nvSpPr>
        <p:spPr>
          <a:xfrm rot="5400000">
            <a:off x="8222475" y="13063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3" name="Google Shape;723;p16"/>
          <p:cNvSpPr/>
          <p:nvPr/>
        </p:nvSpPr>
        <p:spPr>
          <a:xfrm>
            <a:off x="9019125" y="474495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4" name="Google Shape;724;p16"/>
          <p:cNvSpPr/>
          <p:nvPr/>
        </p:nvSpPr>
        <p:spPr>
          <a:xfrm rot="-5400000">
            <a:off x="11397160" y="5540025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5" name="Google Shape;725;p16"/>
          <p:cNvSpPr/>
          <p:nvPr/>
        </p:nvSpPr>
        <p:spPr>
          <a:xfrm>
            <a:off x="10077075" y="4753100"/>
            <a:ext cx="528900" cy="21129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11135025" y="581390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7" name="Google Shape;727;p16"/>
          <p:cNvSpPr/>
          <p:nvPr/>
        </p:nvSpPr>
        <p:spPr>
          <a:xfrm rot="10800000" flipH="1">
            <a:off x="11135025" y="5813910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16"/>
          <p:cNvSpPr/>
          <p:nvPr/>
        </p:nvSpPr>
        <p:spPr>
          <a:xfrm rot="10800000">
            <a:off x="7949625" y="1046928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29" name="Google Shape;729;p16"/>
          <p:cNvSpPr txBox="1">
            <a:spLocks noGrp="1"/>
          </p:cNvSpPr>
          <p:nvPr>
            <p:ph type="title"/>
          </p:nvPr>
        </p:nvSpPr>
        <p:spPr>
          <a:xfrm>
            <a:off x="653673" y="600200"/>
            <a:ext cx="69474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4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rt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730" name="Google Shape;730;p1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1" name="Google Shape;731;p16"/>
          <p:cNvSpPr/>
          <p:nvPr/>
        </p:nvSpPr>
        <p:spPr>
          <a:xfrm rot="-5400000" flipH="1">
            <a:off x="8487932" y="1046234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image with Caption">
  <p:cSld name="CAPTION_ONLY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7"/>
          <p:cNvSpPr>
            <a:spLocks noGrp="1"/>
          </p:cNvSpPr>
          <p:nvPr>
            <p:ph type="pic" idx="2"/>
          </p:nvPr>
        </p:nvSpPr>
        <p:spPr>
          <a:xfrm>
            <a:off x="1875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34" name="Google Shape;734;p17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49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735" name="Google Shape;735;p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7" name="Google Shape;737;p18"/>
          <p:cNvGrpSpPr/>
          <p:nvPr/>
        </p:nvGrpSpPr>
        <p:grpSpPr>
          <a:xfrm>
            <a:off x="-25943" y="-27948"/>
            <a:ext cx="12217854" cy="6914131"/>
            <a:chOff x="-25943" y="-27948"/>
            <a:chExt cx="12217854" cy="6914131"/>
          </a:xfrm>
        </p:grpSpPr>
        <p:grpSp>
          <p:nvGrpSpPr>
            <p:cNvPr id="738" name="Google Shape;738;p18"/>
            <p:cNvGrpSpPr/>
            <p:nvPr/>
          </p:nvGrpSpPr>
          <p:grpSpPr>
            <a:xfrm>
              <a:off x="5816035" y="-27948"/>
              <a:ext cx="6375876" cy="6911067"/>
              <a:chOff x="3744151" y="3553"/>
              <a:chExt cx="4037153" cy="4376032"/>
            </a:xfrm>
          </p:grpSpPr>
          <p:sp>
            <p:nvSpPr>
              <p:cNvPr id="739" name="Google Shape;739;p18"/>
              <p:cNvSpPr/>
              <p:nvPr/>
            </p:nvSpPr>
            <p:spPr>
              <a:xfrm>
                <a:off x="3746964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3744887" y="345147"/>
                <a:ext cx="4036417" cy="4993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3" extrusionOk="0">
                    <a:moveTo>
                      <a:pt x="4036418" y="4994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5088007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3744616" y="1686181"/>
                <a:ext cx="4036446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6" h="4991" extrusionOk="0">
                    <a:moveTo>
                      <a:pt x="4036446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6429029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4" name="Google Shape;744;p18"/>
              <p:cNvSpPr/>
              <p:nvPr/>
            </p:nvSpPr>
            <p:spPr>
              <a:xfrm>
                <a:off x="3744349" y="3027212"/>
                <a:ext cx="4036429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9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18"/>
              <p:cNvSpPr/>
              <p:nvPr/>
            </p:nvSpPr>
            <p:spPr>
              <a:xfrm>
                <a:off x="441747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6" name="Google Shape;746;p18"/>
              <p:cNvSpPr/>
              <p:nvPr/>
            </p:nvSpPr>
            <p:spPr>
              <a:xfrm>
                <a:off x="3744754" y="1015662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7" name="Google Shape;747;p18"/>
              <p:cNvSpPr/>
              <p:nvPr/>
            </p:nvSpPr>
            <p:spPr>
              <a:xfrm>
                <a:off x="5758498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8" name="Google Shape;748;p18"/>
              <p:cNvSpPr/>
              <p:nvPr/>
            </p:nvSpPr>
            <p:spPr>
              <a:xfrm>
                <a:off x="3744483" y="2356696"/>
                <a:ext cx="4036417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5" extrusionOk="0">
                    <a:moveTo>
                      <a:pt x="4036418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9" name="Google Shape;749;p18"/>
              <p:cNvSpPr/>
              <p:nvPr/>
            </p:nvSpPr>
            <p:spPr>
              <a:xfrm>
                <a:off x="709956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3744216" y="3697731"/>
                <a:ext cx="4036442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42" h="4991" extrusionOk="0">
                    <a:moveTo>
                      <a:pt x="4036442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4082210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3744819" y="680404"/>
                <a:ext cx="4036445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5" h="4995" extrusionOk="0">
                    <a:moveTo>
                      <a:pt x="403644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5423272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3744551" y="2021439"/>
                <a:ext cx="4036430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30" h="4995" extrusionOk="0">
                    <a:moveTo>
                      <a:pt x="4036430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6764295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3744284" y="3362473"/>
                <a:ext cx="4036454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54" h="4991" extrusionOk="0">
                    <a:moveTo>
                      <a:pt x="4036455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4752741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3744685" y="1350924"/>
                <a:ext cx="4036417" cy="4991"/>
              </a:xfrm>
              <a:custGeom>
                <a:avLst/>
                <a:gdLst/>
                <a:ahLst/>
                <a:cxnLst/>
                <a:rect l="l" t="t" r="r" b="b"/>
                <a:pathLst>
                  <a:path w="4036417" h="4991" extrusionOk="0">
                    <a:moveTo>
                      <a:pt x="4036418" y="4991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6093763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3744418" y="2691954"/>
                <a:ext cx="4036441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4995" extrusionOk="0">
                    <a:moveTo>
                      <a:pt x="4036442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7434826" y="3553"/>
                <a:ext cx="4048" cy="4376032"/>
              </a:xfrm>
              <a:custGeom>
                <a:avLst/>
                <a:gdLst/>
                <a:ahLst/>
                <a:cxnLst/>
                <a:rect l="l" t="t" r="r" b="b"/>
                <a:pathLst>
                  <a:path w="4048" h="4376032" extrusionOk="0">
                    <a:moveTo>
                      <a:pt x="4048" y="0"/>
                    </a:moveTo>
                    <a:lnTo>
                      <a:pt x="0" y="4376032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3744151" y="4032989"/>
                <a:ext cx="4036426" cy="4995"/>
              </a:xfrm>
              <a:custGeom>
                <a:avLst/>
                <a:gdLst/>
                <a:ahLst/>
                <a:cxnLst/>
                <a:rect l="l" t="t" r="r" b="b"/>
                <a:pathLst>
                  <a:path w="4036426" h="4995" extrusionOk="0">
                    <a:moveTo>
                      <a:pt x="4036426" y="4995"/>
                    </a:move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3" name="Google Shape;763;p18"/>
            <p:cNvSpPr/>
            <p:nvPr/>
          </p:nvSpPr>
          <p:spPr>
            <a:xfrm>
              <a:off x="1061" y="511525"/>
              <a:ext cx="5812440" cy="7889"/>
            </a:xfrm>
            <a:custGeom>
              <a:avLst/>
              <a:gdLst/>
              <a:ahLst/>
              <a:cxnLst/>
              <a:rect l="l" t="t" r="r" b="b"/>
              <a:pathLst>
                <a:path w="4036417" h="4993" extrusionOk="0">
                  <a:moveTo>
                    <a:pt x="4036418" y="4994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8"/>
            <p:cNvSpPr/>
            <p:nvPr/>
          </p:nvSpPr>
          <p:spPr>
            <a:xfrm>
              <a:off x="156251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8"/>
            <p:cNvSpPr/>
            <p:nvPr/>
          </p:nvSpPr>
          <p:spPr>
            <a:xfrm>
              <a:off x="671" y="2629421"/>
              <a:ext cx="5812482" cy="7886"/>
            </a:xfrm>
            <a:custGeom>
              <a:avLst/>
              <a:gdLst/>
              <a:ahLst/>
              <a:cxnLst/>
              <a:rect l="l" t="t" r="r" b="b"/>
              <a:pathLst>
                <a:path w="4036446" h="4991" extrusionOk="0">
                  <a:moveTo>
                    <a:pt x="4036446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8"/>
            <p:cNvSpPr/>
            <p:nvPr/>
          </p:nvSpPr>
          <p:spPr>
            <a:xfrm>
              <a:off x="368038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8"/>
            <p:cNvSpPr/>
            <p:nvPr/>
          </p:nvSpPr>
          <p:spPr>
            <a:xfrm>
              <a:off x="286" y="4747312"/>
              <a:ext cx="5812458" cy="7892"/>
            </a:xfrm>
            <a:custGeom>
              <a:avLst/>
              <a:gdLst/>
              <a:ahLst/>
              <a:cxnLst/>
              <a:rect l="l" t="t" r="r" b="b"/>
              <a:pathLst>
                <a:path w="4036429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8"/>
            <p:cNvSpPr/>
            <p:nvPr/>
          </p:nvSpPr>
          <p:spPr>
            <a:xfrm>
              <a:off x="503541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8"/>
            <p:cNvSpPr/>
            <p:nvPr/>
          </p:nvSpPr>
          <p:spPr>
            <a:xfrm>
              <a:off x="870" y="1570470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8"/>
            <p:cNvSpPr/>
            <p:nvPr/>
          </p:nvSpPr>
          <p:spPr>
            <a:xfrm>
              <a:off x="2621418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18"/>
            <p:cNvSpPr/>
            <p:nvPr/>
          </p:nvSpPr>
          <p:spPr>
            <a:xfrm>
              <a:off x="479" y="3688366"/>
              <a:ext cx="5812440" cy="7892"/>
            </a:xfrm>
            <a:custGeom>
              <a:avLst/>
              <a:gdLst/>
              <a:ahLst/>
              <a:cxnLst/>
              <a:rect l="l" t="t" r="r" b="b"/>
              <a:pathLst>
                <a:path w="4036417" h="4995" extrusionOk="0">
                  <a:moveTo>
                    <a:pt x="4036418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18"/>
            <p:cNvSpPr/>
            <p:nvPr/>
          </p:nvSpPr>
          <p:spPr>
            <a:xfrm>
              <a:off x="4739359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18"/>
            <p:cNvSpPr/>
            <p:nvPr/>
          </p:nvSpPr>
          <p:spPr>
            <a:xfrm>
              <a:off x="95" y="5806263"/>
              <a:ext cx="5812476" cy="7886"/>
            </a:xfrm>
            <a:custGeom>
              <a:avLst/>
              <a:gdLst/>
              <a:ahLst/>
              <a:cxnLst/>
              <a:rect l="l" t="t" r="r" b="b"/>
              <a:pathLst>
                <a:path w="4036442" h="4991" extrusionOk="0">
                  <a:moveTo>
                    <a:pt x="4036442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18"/>
            <p:cNvSpPr/>
            <p:nvPr/>
          </p:nvSpPr>
          <p:spPr>
            <a:xfrm>
              <a:off x="-259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5" name="Google Shape;775;p18"/>
            <p:cNvSpPr/>
            <p:nvPr/>
          </p:nvSpPr>
          <p:spPr>
            <a:xfrm>
              <a:off x="963" y="1040997"/>
              <a:ext cx="5812481" cy="7892"/>
            </a:xfrm>
            <a:custGeom>
              <a:avLst/>
              <a:gdLst/>
              <a:ahLst/>
              <a:cxnLst/>
              <a:rect l="l" t="t" r="r" b="b"/>
              <a:pathLst>
                <a:path w="4036445" h="4995" extrusionOk="0">
                  <a:moveTo>
                    <a:pt x="403644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18"/>
            <p:cNvSpPr/>
            <p:nvPr/>
          </p:nvSpPr>
          <p:spPr>
            <a:xfrm>
              <a:off x="209199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18"/>
            <p:cNvSpPr/>
            <p:nvPr/>
          </p:nvSpPr>
          <p:spPr>
            <a:xfrm>
              <a:off x="577" y="3158894"/>
              <a:ext cx="5812459" cy="7892"/>
            </a:xfrm>
            <a:custGeom>
              <a:avLst/>
              <a:gdLst/>
              <a:ahLst/>
              <a:cxnLst/>
              <a:rect l="l" t="t" r="r" b="b"/>
              <a:pathLst>
                <a:path w="4036430" h="4995" extrusionOk="0">
                  <a:moveTo>
                    <a:pt x="4036430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18"/>
            <p:cNvSpPr/>
            <p:nvPr/>
          </p:nvSpPr>
          <p:spPr>
            <a:xfrm>
              <a:off x="4209874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18"/>
            <p:cNvSpPr/>
            <p:nvPr/>
          </p:nvSpPr>
          <p:spPr>
            <a:xfrm>
              <a:off x="193" y="5276790"/>
              <a:ext cx="5812494" cy="7886"/>
            </a:xfrm>
            <a:custGeom>
              <a:avLst/>
              <a:gdLst/>
              <a:ahLst/>
              <a:cxnLst/>
              <a:rect l="l" t="t" r="r" b="b"/>
              <a:pathLst>
                <a:path w="4036454" h="4991" extrusionOk="0">
                  <a:moveTo>
                    <a:pt x="4036455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18"/>
            <p:cNvSpPr/>
            <p:nvPr/>
          </p:nvSpPr>
          <p:spPr>
            <a:xfrm>
              <a:off x="1033026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18"/>
            <p:cNvSpPr/>
            <p:nvPr/>
          </p:nvSpPr>
          <p:spPr>
            <a:xfrm>
              <a:off x="770" y="2099949"/>
              <a:ext cx="5812440" cy="7886"/>
            </a:xfrm>
            <a:custGeom>
              <a:avLst/>
              <a:gdLst/>
              <a:ahLst/>
              <a:cxnLst/>
              <a:rect l="l" t="t" r="r" b="b"/>
              <a:pathLst>
                <a:path w="4036417" h="4991" extrusionOk="0">
                  <a:moveTo>
                    <a:pt x="4036418" y="4991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18"/>
            <p:cNvSpPr/>
            <p:nvPr/>
          </p:nvSpPr>
          <p:spPr>
            <a:xfrm>
              <a:off x="3150902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18"/>
            <p:cNvSpPr/>
            <p:nvPr/>
          </p:nvSpPr>
          <p:spPr>
            <a:xfrm>
              <a:off x="386" y="4217839"/>
              <a:ext cx="5812475" cy="7892"/>
            </a:xfrm>
            <a:custGeom>
              <a:avLst/>
              <a:gdLst/>
              <a:ahLst/>
              <a:cxnLst/>
              <a:rect l="l" t="t" r="r" b="b"/>
              <a:pathLst>
                <a:path w="4036441" h="4995" extrusionOk="0">
                  <a:moveTo>
                    <a:pt x="4036442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18"/>
            <p:cNvSpPr/>
            <p:nvPr/>
          </p:nvSpPr>
          <p:spPr>
            <a:xfrm>
              <a:off x="5268843" y="-27948"/>
              <a:ext cx="6396" cy="6914131"/>
            </a:xfrm>
            <a:custGeom>
              <a:avLst/>
              <a:gdLst/>
              <a:ahLst/>
              <a:cxnLst/>
              <a:rect l="l" t="t" r="r" b="b"/>
              <a:pathLst>
                <a:path w="4048" h="4376032" extrusionOk="0">
                  <a:moveTo>
                    <a:pt x="4048" y="0"/>
                  </a:moveTo>
                  <a:lnTo>
                    <a:pt x="0" y="4376032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18"/>
            <p:cNvSpPr/>
            <p:nvPr/>
          </p:nvSpPr>
          <p:spPr>
            <a:xfrm>
              <a:off x="1" y="6335736"/>
              <a:ext cx="5812453" cy="7892"/>
            </a:xfrm>
            <a:custGeom>
              <a:avLst/>
              <a:gdLst/>
              <a:ahLst/>
              <a:cxnLst/>
              <a:rect l="l" t="t" r="r" b="b"/>
              <a:pathLst>
                <a:path w="4036426" h="4995" extrusionOk="0">
                  <a:moveTo>
                    <a:pt x="4036426" y="4995"/>
                  </a:moveTo>
                  <a:lnTo>
                    <a:pt x="0" y="0"/>
                  </a:lnTo>
                </a:path>
              </a:pathLst>
            </a:custGeom>
            <a:noFill/>
            <a:ln w="952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6" name="Google Shape;786;p18"/>
          <p:cNvSpPr/>
          <p:nvPr/>
        </p:nvSpPr>
        <p:spPr>
          <a:xfrm>
            <a:off x="-12900" y="1417950"/>
            <a:ext cx="12217800" cy="40221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7" name="Google Shape;787;p1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10538" y="512860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89" name="Google Shape;789;p18"/>
          <p:cNvSpPr/>
          <p:nvPr/>
        </p:nvSpPr>
        <p:spPr>
          <a:xfrm rot="5400000">
            <a:off x="-280812" y="223542"/>
            <a:ext cx="11040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0" name="Google Shape;790;p18"/>
          <p:cNvSpPr/>
          <p:nvPr/>
        </p:nvSpPr>
        <p:spPr>
          <a:xfrm rot="5400000" flipH="1">
            <a:off x="3407" y="507548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18"/>
          <p:cNvSpPr/>
          <p:nvPr/>
        </p:nvSpPr>
        <p:spPr>
          <a:xfrm rot="-5400000">
            <a:off x="4479785" y="6089759"/>
            <a:ext cx="10599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2" name="Google Shape;792;p18"/>
          <p:cNvSpPr/>
          <p:nvPr/>
        </p:nvSpPr>
        <p:spPr>
          <a:xfrm rot="10800000">
            <a:off x="3679865" y="5831195"/>
            <a:ext cx="15897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3" name="Google Shape;793;p18"/>
          <p:cNvSpPr/>
          <p:nvPr/>
        </p:nvSpPr>
        <p:spPr>
          <a:xfrm rot="-5400000" flipH="1">
            <a:off x="4744497" y="583051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18"/>
          <p:cNvSpPr/>
          <p:nvPr/>
        </p:nvSpPr>
        <p:spPr>
          <a:xfrm>
            <a:off x="536675" y="5813850"/>
            <a:ext cx="530400" cy="5304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5" name="Google Shape;795;p18"/>
          <p:cNvSpPr/>
          <p:nvPr/>
        </p:nvSpPr>
        <p:spPr>
          <a:xfrm rot="5400000">
            <a:off x="10865500" y="26625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7963003" y="509759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7" name="Google Shape;797;p18"/>
          <p:cNvSpPr/>
          <p:nvPr/>
        </p:nvSpPr>
        <p:spPr>
          <a:xfrm rot="10800000">
            <a:off x="7963001" y="-33541"/>
            <a:ext cx="528900" cy="10722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7962207" y="509061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18"/>
          <p:cNvSpPr/>
          <p:nvPr/>
        </p:nvSpPr>
        <p:spPr>
          <a:xfrm rot="10800000">
            <a:off x="11131750" y="6351003"/>
            <a:ext cx="1061400" cy="5289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9546625" y="5830450"/>
            <a:ext cx="530400" cy="530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1" name="Google Shape;801;p18"/>
          <p:cNvSpPr/>
          <p:nvPr/>
        </p:nvSpPr>
        <p:spPr>
          <a:xfrm>
            <a:off x="2090175" y="-28000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2" name="Google Shape;802;p18"/>
          <p:cNvSpPr/>
          <p:nvPr/>
        </p:nvSpPr>
        <p:spPr>
          <a:xfrm rot="5400000">
            <a:off x="2883825" y="237700"/>
            <a:ext cx="10617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3" name="Google Shape;803;p18"/>
          <p:cNvSpPr/>
          <p:nvPr/>
        </p:nvSpPr>
        <p:spPr>
          <a:xfrm rot="10800000">
            <a:off x="3149431" y="-27943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18"/>
          <p:cNvSpPr txBox="1">
            <a:spLocks noGrp="1"/>
          </p:cNvSpPr>
          <p:nvPr>
            <p:ph type="title" hasCustomPrompt="1"/>
          </p:nvPr>
        </p:nvSpPr>
        <p:spPr>
          <a:xfrm>
            <a:off x="258300" y="1857375"/>
            <a:ext cx="11675400" cy="2624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805" name="Google Shape;805;p18"/>
          <p:cNvSpPr txBox="1">
            <a:spLocks noGrp="1"/>
          </p:cNvSpPr>
          <p:nvPr>
            <p:ph type="body" idx="1"/>
          </p:nvPr>
        </p:nvSpPr>
        <p:spPr>
          <a:xfrm>
            <a:off x="258300" y="4537575"/>
            <a:ext cx="11675400" cy="415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 sz="2000"/>
            </a:lvl1pPr>
            <a:lvl2pPr marL="914400" lvl="1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algn="ctr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algn="ctr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806" name="Google Shape;806;p18"/>
          <p:cNvSpPr txBox="1">
            <a:spLocks noGrp="1"/>
          </p:cNvSpPr>
          <p:nvPr>
            <p:ph type="sldNum" idx="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07" name="Google Shape;807;p18"/>
          <p:cNvSpPr/>
          <p:nvPr/>
        </p:nvSpPr>
        <p:spPr>
          <a:xfrm rot="10800000" flipH="1">
            <a:off x="6899335" y="6355049"/>
            <a:ext cx="1589700" cy="5304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8" name="Google Shape;808;p18"/>
          <p:cNvSpPr/>
          <p:nvPr/>
        </p:nvSpPr>
        <p:spPr>
          <a:xfrm rot="5400000" flipH="1">
            <a:off x="7690446" y="6086844"/>
            <a:ext cx="1066800" cy="530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809" name="Google Shape;809;p18"/>
          <p:cNvSpPr/>
          <p:nvPr/>
        </p:nvSpPr>
        <p:spPr>
          <a:xfrm flipH="1">
            <a:off x="7961417" y="6357955"/>
            <a:ext cx="530494" cy="530288"/>
          </a:xfrm>
          <a:custGeom>
            <a:avLst/>
            <a:gdLst/>
            <a:ahLst/>
            <a:cxnLst/>
            <a:rect l="l" t="t" r="r" b="b"/>
            <a:pathLst>
              <a:path w="335225" h="337763" extrusionOk="0">
                <a:moveTo>
                  <a:pt x="335225" y="0"/>
                </a:moveTo>
                <a:lnTo>
                  <a:pt x="168645" y="126"/>
                </a:lnTo>
                <a:cubicBezTo>
                  <a:pt x="75417" y="194"/>
                  <a:pt x="-81" y="75793"/>
                  <a:pt x="0" y="169009"/>
                </a:cubicBezTo>
                <a:cubicBezTo>
                  <a:pt x="81" y="262221"/>
                  <a:pt x="75659" y="337832"/>
                  <a:pt x="168888" y="337763"/>
                </a:cubicBezTo>
                <a:lnTo>
                  <a:pt x="206697" y="337763"/>
                </a:lnTo>
                <a:cubicBezTo>
                  <a:pt x="280414" y="319652"/>
                  <a:pt x="335225" y="253603"/>
                  <a:pt x="335225" y="174320"/>
                </a:cubicBezTo>
                <a:lnTo>
                  <a:pt x="335225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1554480" y="5821350"/>
            <a:ext cx="528900" cy="1061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1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 SlidesMania - Do not remove">
  <p:cSld name="BLANK_1"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2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15" name="Google Shape;815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16" name="Google Shape;816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20"/>
            <p:cNvSpPr txBox="1"/>
            <p:nvPr/>
          </p:nvSpPr>
          <p:spPr>
            <a:xfrm>
              <a:off x="463500" y="2858044"/>
              <a:ext cx="8956500" cy="383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Free 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themes and templates for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Google Slides</a:t>
              </a:r>
              <a:r>
                <a:rPr lang="en" sz="36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 or </a:t>
              </a:r>
              <a:r>
                <a:rPr lang="en" sz="3600" b="1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PowerPoint</a:t>
              </a: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 b="1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NOT to be sold as is or modified!</a:t>
              </a:r>
              <a:endParaRPr sz="3000" b="1">
                <a:solidFill>
                  <a:srgbClr val="FFCB25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Read </a:t>
              </a:r>
              <a:r>
                <a:rPr lang="en" sz="2700" u="sng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  <a:hlinkClick r:id="rId2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FAQ</a:t>
              </a:r>
              <a:r>
                <a:rPr lang="en" sz="4400" b="1">
                  <a:solidFill>
                    <a:srgbClr val="FFCB25"/>
                  </a:solidFill>
                  <a:latin typeface="Georgia"/>
                  <a:ea typeface="Georgia"/>
                  <a:cs typeface="Georgia"/>
                  <a:sym typeface="Georgia"/>
                </a:rPr>
                <a:t> </a:t>
              </a:r>
              <a:r>
                <a:rPr lang="en" sz="27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on slidesmania.com</a:t>
              </a:r>
              <a:endParaRPr sz="27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Georgia"/>
                  <a:ea typeface="Georgia"/>
                  <a:cs typeface="Georgia"/>
                  <a:sym typeface="Georgia"/>
                </a:rPr>
                <a:t>Do not remove the slidesmania.com text on the sides.</a:t>
              </a:r>
              <a:endParaRPr sz="2000">
                <a:solidFill>
                  <a:srgbClr val="3F3F3F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cxnSp>
          <p:nvCxnSpPr>
            <p:cNvPr id="818" name="Google Shape;818;p20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w="38100" cap="flat" cmpd="sng">
              <a:solidFill>
                <a:srgbClr val="FFCB2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pic>
          <p:nvPicPr>
            <p:cNvPr id="819" name="Google Shape;819;p20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0" name="Google Shape;820;p20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1" name="Google Shape;821;p20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2" name="Google Shape;822;p20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3" name="Google Shape;823;p20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rgbClr val="252525"/>
                  </a:solidFill>
                  <a:latin typeface="Georgia"/>
                  <a:ea typeface="Georgia"/>
                  <a:cs typeface="Georgia"/>
                  <a:sym typeface="Georgia"/>
                </a:rPr>
                <a:t>Sharing is caring!</a:t>
              </a:r>
              <a:endParaRPr sz="2400" b="1">
                <a:solidFill>
                  <a:srgbClr val="252525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pic>
        <p:nvPicPr>
          <p:cNvPr id="824" name="Google Shape;824;p20"/>
          <p:cNvPicPr preferRelativeResize="0"/>
          <p:nvPr/>
        </p:nvPicPr>
        <p:blipFill rotWithShape="1">
          <a:blip r:embed="rId11">
            <a:alphaModFix/>
          </a:blip>
          <a:srcRect t="16256" b="20906"/>
          <a:stretch/>
        </p:blipFill>
        <p:spPr>
          <a:xfrm>
            <a:off x="125075" y="493725"/>
            <a:ext cx="8239800" cy="207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Georgia"/>
              <a:buNone/>
              <a:defRPr sz="4500" b="1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73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Georgia"/>
              <a:buChar char="●"/>
              <a:defRPr sz="25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●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○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eorgia"/>
              <a:buChar char="■"/>
              <a:defRPr sz="2400">
                <a:solidFill>
                  <a:schemeClr val="dk2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 rot="5400000">
            <a:off x="-462658" y="6119355"/>
            <a:ext cx="1131345" cy="114589"/>
          </a:xfrm>
          <a:custGeom>
            <a:avLst/>
            <a:gdLst/>
            <a:ahLst/>
            <a:cxnLst/>
            <a:rect l="l" t="t" r="r" b="b"/>
            <a:pathLst>
              <a:path w="919793" h="87640" extrusionOk="0">
                <a:moveTo>
                  <a:pt x="657321" y="73442"/>
                </a:moveTo>
                <a:cubicBezTo>
                  <a:pt x="659149" y="73404"/>
                  <a:pt x="660912" y="74128"/>
                  <a:pt x="662179" y="75442"/>
                </a:cubicBezTo>
                <a:cubicBezTo>
                  <a:pt x="663493" y="76709"/>
                  <a:pt x="664217" y="78471"/>
                  <a:pt x="664179" y="80300"/>
                </a:cubicBezTo>
                <a:cubicBezTo>
                  <a:pt x="664198" y="82148"/>
                  <a:pt x="663474" y="83939"/>
                  <a:pt x="662179" y="85253"/>
                </a:cubicBezTo>
                <a:cubicBezTo>
                  <a:pt x="660912" y="86568"/>
                  <a:pt x="659149" y="87291"/>
                  <a:pt x="657321" y="87253"/>
                </a:cubicBezTo>
                <a:cubicBezTo>
                  <a:pt x="655492" y="87291"/>
                  <a:pt x="653730" y="86568"/>
                  <a:pt x="652463" y="85253"/>
                </a:cubicBezTo>
                <a:cubicBezTo>
                  <a:pt x="651168" y="83939"/>
                  <a:pt x="650444" y="82148"/>
                  <a:pt x="650463" y="80300"/>
                </a:cubicBezTo>
                <a:cubicBezTo>
                  <a:pt x="650425" y="78471"/>
                  <a:pt x="651149" y="76709"/>
                  <a:pt x="652463" y="75442"/>
                </a:cubicBezTo>
                <a:cubicBezTo>
                  <a:pt x="653730" y="74128"/>
                  <a:pt x="655492" y="73404"/>
                  <a:pt x="657321" y="73442"/>
                </a:cubicBezTo>
                <a:close/>
                <a:moveTo>
                  <a:pt x="783051" y="31056"/>
                </a:moveTo>
                <a:cubicBezTo>
                  <a:pt x="776688" y="30989"/>
                  <a:pt x="770602" y="33618"/>
                  <a:pt x="766287" y="38295"/>
                </a:cubicBezTo>
                <a:cubicBezTo>
                  <a:pt x="761677" y="42876"/>
                  <a:pt x="759134" y="49134"/>
                  <a:pt x="759238" y="55630"/>
                </a:cubicBezTo>
                <a:cubicBezTo>
                  <a:pt x="759229" y="59935"/>
                  <a:pt x="760343" y="64174"/>
                  <a:pt x="762477" y="67917"/>
                </a:cubicBezTo>
                <a:cubicBezTo>
                  <a:pt x="764468" y="71632"/>
                  <a:pt x="767468" y="74709"/>
                  <a:pt x="771144" y="76776"/>
                </a:cubicBezTo>
                <a:cubicBezTo>
                  <a:pt x="774783" y="78804"/>
                  <a:pt x="778888" y="79852"/>
                  <a:pt x="783051" y="79824"/>
                </a:cubicBezTo>
                <a:cubicBezTo>
                  <a:pt x="787213" y="79843"/>
                  <a:pt x="791319" y="78795"/>
                  <a:pt x="794957" y="76776"/>
                </a:cubicBezTo>
                <a:cubicBezTo>
                  <a:pt x="798586" y="74652"/>
                  <a:pt x="801587" y="71594"/>
                  <a:pt x="803625" y="67917"/>
                </a:cubicBezTo>
                <a:cubicBezTo>
                  <a:pt x="805730" y="64165"/>
                  <a:pt x="806816" y="59926"/>
                  <a:pt x="806768" y="55630"/>
                </a:cubicBezTo>
                <a:cubicBezTo>
                  <a:pt x="806873" y="49134"/>
                  <a:pt x="804330" y="42876"/>
                  <a:pt x="799719" y="38295"/>
                </a:cubicBezTo>
                <a:cubicBezTo>
                  <a:pt x="795452" y="33608"/>
                  <a:pt x="789385" y="30979"/>
                  <a:pt x="783051" y="31056"/>
                </a:cubicBezTo>
                <a:close/>
                <a:moveTo>
                  <a:pt x="124778" y="30960"/>
                </a:moveTo>
                <a:cubicBezTo>
                  <a:pt x="120558" y="30922"/>
                  <a:pt x="116405" y="32046"/>
                  <a:pt x="112776" y="34198"/>
                </a:cubicBezTo>
                <a:cubicBezTo>
                  <a:pt x="109090" y="36332"/>
                  <a:pt x="106061" y="39428"/>
                  <a:pt x="104013" y="43152"/>
                </a:cubicBezTo>
                <a:cubicBezTo>
                  <a:pt x="101851" y="46886"/>
                  <a:pt x="100708" y="51124"/>
                  <a:pt x="100680" y="55439"/>
                </a:cubicBezTo>
                <a:cubicBezTo>
                  <a:pt x="100708" y="59754"/>
                  <a:pt x="101851" y="63993"/>
                  <a:pt x="104013" y="67726"/>
                </a:cubicBezTo>
                <a:cubicBezTo>
                  <a:pt x="106099" y="71489"/>
                  <a:pt x="109157" y="74613"/>
                  <a:pt x="112872" y="76775"/>
                </a:cubicBezTo>
                <a:cubicBezTo>
                  <a:pt x="116462" y="78956"/>
                  <a:pt x="120577" y="80109"/>
                  <a:pt x="124778" y="80109"/>
                </a:cubicBezTo>
                <a:cubicBezTo>
                  <a:pt x="129017" y="80080"/>
                  <a:pt x="133188" y="78966"/>
                  <a:pt x="136875" y="76870"/>
                </a:cubicBezTo>
                <a:cubicBezTo>
                  <a:pt x="140580" y="74822"/>
                  <a:pt x="143638" y="71784"/>
                  <a:pt x="145733" y="68107"/>
                </a:cubicBezTo>
                <a:cubicBezTo>
                  <a:pt x="147857" y="64297"/>
                  <a:pt x="148943" y="59992"/>
                  <a:pt x="148876" y="55630"/>
                </a:cubicBezTo>
                <a:cubicBezTo>
                  <a:pt x="149019" y="49057"/>
                  <a:pt x="146514" y="42714"/>
                  <a:pt x="141923" y="38008"/>
                </a:cubicBezTo>
                <a:cubicBezTo>
                  <a:pt x="137513" y="33484"/>
                  <a:pt x="131474" y="30950"/>
                  <a:pt x="125159" y="30960"/>
                </a:cubicBezTo>
                <a:close/>
                <a:moveTo>
                  <a:pt x="202407" y="30865"/>
                </a:moveTo>
                <a:cubicBezTo>
                  <a:pt x="196739" y="30751"/>
                  <a:pt x="191243" y="32836"/>
                  <a:pt x="187072" y="36675"/>
                </a:cubicBezTo>
                <a:cubicBezTo>
                  <a:pt x="183538" y="40104"/>
                  <a:pt x="181061" y="44467"/>
                  <a:pt x="179928" y="49248"/>
                </a:cubicBezTo>
                <a:lnTo>
                  <a:pt x="225267" y="49248"/>
                </a:lnTo>
                <a:cubicBezTo>
                  <a:pt x="224486" y="45619"/>
                  <a:pt x="222923" y="42209"/>
                  <a:pt x="220695" y="39247"/>
                </a:cubicBezTo>
                <a:cubicBezTo>
                  <a:pt x="218580" y="36618"/>
                  <a:pt x="215875" y="34522"/>
                  <a:pt x="212789" y="33151"/>
                </a:cubicBezTo>
                <a:cubicBezTo>
                  <a:pt x="209541" y="31636"/>
                  <a:pt x="205988" y="30865"/>
                  <a:pt x="202407" y="30865"/>
                </a:cubicBezTo>
                <a:close/>
                <a:moveTo>
                  <a:pt x="599885" y="30675"/>
                </a:moveTo>
                <a:cubicBezTo>
                  <a:pt x="595665" y="30637"/>
                  <a:pt x="591512" y="31761"/>
                  <a:pt x="587883" y="33914"/>
                </a:cubicBezTo>
                <a:cubicBezTo>
                  <a:pt x="584197" y="36047"/>
                  <a:pt x="581168" y="39143"/>
                  <a:pt x="579120" y="42867"/>
                </a:cubicBezTo>
                <a:cubicBezTo>
                  <a:pt x="576958" y="46601"/>
                  <a:pt x="575815" y="50839"/>
                  <a:pt x="575787" y="55154"/>
                </a:cubicBezTo>
                <a:cubicBezTo>
                  <a:pt x="575815" y="59469"/>
                  <a:pt x="576958" y="63708"/>
                  <a:pt x="579120" y="67442"/>
                </a:cubicBezTo>
                <a:cubicBezTo>
                  <a:pt x="581206" y="71204"/>
                  <a:pt x="584264" y="74328"/>
                  <a:pt x="587979" y="76490"/>
                </a:cubicBezTo>
                <a:cubicBezTo>
                  <a:pt x="591569" y="78672"/>
                  <a:pt x="595684" y="79824"/>
                  <a:pt x="599885" y="79824"/>
                </a:cubicBezTo>
                <a:cubicBezTo>
                  <a:pt x="604124" y="79796"/>
                  <a:pt x="608295" y="78681"/>
                  <a:pt x="611982" y="76586"/>
                </a:cubicBezTo>
                <a:cubicBezTo>
                  <a:pt x="615658" y="74509"/>
                  <a:pt x="618725" y="71480"/>
                  <a:pt x="620840" y="67823"/>
                </a:cubicBezTo>
                <a:cubicBezTo>
                  <a:pt x="622964" y="64013"/>
                  <a:pt x="624050" y="59707"/>
                  <a:pt x="623983" y="55345"/>
                </a:cubicBezTo>
                <a:cubicBezTo>
                  <a:pt x="624126" y="48773"/>
                  <a:pt x="621621" y="42429"/>
                  <a:pt x="617030" y="37724"/>
                </a:cubicBezTo>
                <a:cubicBezTo>
                  <a:pt x="612486" y="33209"/>
                  <a:pt x="606286" y="30770"/>
                  <a:pt x="599885" y="30961"/>
                </a:cubicBezTo>
                <a:close/>
                <a:moveTo>
                  <a:pt x="429673" y="30675"/>
                </a:moveTo>
                <a:cubicBezTo>
                  <a:pt x="425425" y="30627"/>
                  <a:pt x="421234" y="31751"/>
                  <a:pt x="417576" y="33913"/>
                </a:cubicBezTo>
                <a:cubicBezTo>
                  <a:pt x="413890" y="36047"/>
                  <a:pt x="410861" y="39142"/>
                  <a:pt x="408813" y="42867"/>
                </a:cubicBezTo>
                <a:cubicBezTo>
                  <a:pt x="406680" y="46610"/>
                  <a:pt x="405565" y="50848"/>
                  <a:pt x="405575" y="55154"/>
                </a:cubicBezTo>
                <a:cubicBezTo>
                  <a:pt x="405565" y="59459"/>
                  <a:pt x="406680" y="63698"/>
                  <a:pt x="408813" y="67441"/>
                </a:cubicBezTo>
                <a:cubicBezTo>
                  <a:pt x="410899" y="71203"/>
                  <a:pt x="413957" y="74328"/>
                  <a:pt x="417672" y="76490"/>
                </a:cubicBezTo>
                <a:cubicBezTo>
                  <a:pt x="421262" y="78671"/>
                  <a:pt x="425377" y="79823"/>
                  <a:pt x="429578" y="79823"/>
                </a:cubicBezTo>
                <a:cubicBezTo>
                  <a:pt x="433855" y="79785"/>
                  <a:pt x="438046" y="78671"/>
                  <a:pt x="441770" y="76585"/>
                </a:cubicBezTo>
                <a:cubicBezTo>
                  <a:pt x="445446" y="74528"/>
                  <a:pt x="448476" y="71499"/>
                  <a:pt x="450533" y="67822"/>
                </a:cubicBezTo>
                <a:cubicBezTo>
                  <a:pt x="452667" y="64012"/>
                  <a:pt x="453743" y="59707"/>
                  <a:pt x="453676" y="55344"/>
                </a:cubicBezTo>
                <a:cubicBezTo>
                  <a:pt x="453819" y="48772"/>
                  <a:pt x="451314" y="42428"/>
                  <a:pt x="446723" y="37723"/>
                </a:cubicBezTo>
                <a:cubicBezTo>
                  <a:pt x="442122" y="33122"/>
                  <a:pt x="435798" y="30665"/>
                  <a:pt x="429292" y="30960"/>
                </a:cubicBezTo>
                <a:close/>
                <a:moveTo>
                  <a:pt x="71723" y="24959"/>
                </a:moveTo>
                <a:lnTo>
                  <a:pt x="79819" y="24959"/>
                </a:lnTo>
                <a:lnTo>
                  <a:pt x="79819" y="85729"/>
                </a:lnTo>
                <a:lnTo>
                  <a:pt x="72009" y="85729"/>
                </a:lnTo>
                <a:close/>
                <a:moveTo>
                  <a:pt x="546544" y="24674"/>
                </a:moveTo>
                <a:lnTo>
                  <a:pt x="554355" y="24674"/>
                </a:lnTo>
                <a:lnTo>
                  <a:pt x="554355" y="85443"/>
                </a:lnTo>
                <a:lnTo>
                  <a:pt x="546544" y="85443"/>
                </a:lnTo>
                <a:close/>
                <a:moveTo>
                  <a:pt x="202311" y="23626"/>
                </a:moveTo>
                <a:cubicBezTo>
                  <a:pt x="211979" y="23283"/>
                  <a:pt x="221209" y="27655"/>
                  <a:pt x="227076" y="35342"/>
                </a:cubicBezTo>
                <a:cubicBezTo>
                  <a:pt x="231639" y="41285"/>
                  <a:pt x="234030" y="48620"/>
                  <a:pt x="233839" y="56106"/>
                </a:cubicBezTo>
                <a:lnTo>
                  <a:pt x="179166" y="56106"/>
                </a:lnTo>
                <a:cubicBezTo>
                  <a:pt x="179080" y="62545"/>
                  <a:pt x="181509" y="68765"/>
                  <a:pt x="185929" y="73442"/>
                </a:cubicBezTo>
                <a:cubicBezTo>
                  <a:pt x="190100" y="77937"/>
                  <a:pt x="195987" y="80433"/>
                  <a:pt x="202121" y="80300"/>
                </a:cubicBezTo>
                <a:cubicBezTo>
                  <a:pt x="205179" y="80290"/>
                  <a:pt x="208207" y="79738"/>
                  <a:pt x="211074" y="78680"/>
                </a:cubicBezTo>
                <a:cubicBezTo>
                  <a:pt x="213799" y="77661"/>
                  <a:pt x="216332" y="76213"/>
                  <a:pt x="218599" y="74394"/>
                </a:cubicBezTo>
                <a:cubicBezTo>
                  <a:pt x="221238" y="71784"/>
                  <a:pt x="223486" y="68793"/>
                  <a:pt x="225267" y="65536"/>
                </a:cubicBezTo>
                <a:lnTo>
                  <a:pt x="231839" y="69060"/>
                </a:lnTo>
                <a:cubicBezTo>
                  <a:pt x="229953" y="72880"/>
                  <a:pt x="227410" y="76328"/>
                  <a:pt x="224314" y="79252"/>
                </a:cubicBezTo>
                <a:cubicBezTo>
                  <a:pt x="221542" y="81824"/>
                  <a:pt x="218314" y="83862"/>
                  <a:pt x="214789" y="85253"/>
                </a:cubicBezTo>
                <a:cubicBezTo>
                  <a:pt x="210941" y="86643"/>
                  <a:pt x="206874" y="87320"/>
                  <a:pt x="202788" y="87253"/>
                </a:cubicBezTo>
                <a:cubicBezTo>
                  <a:pt x="193987" y="87834"/>
                  <a:pt x="185405" y="84319"/>
                  <a:pt x="179547" y="77728"/>
                </a:cubicBezTo>
                <a:cubicBezTo>
                  <a:pt x="174108" y="71699"/>
                  <a:pt x="171117" y="63850"/>
                  <a:pt x="171165" y="55725"/>
                </a:cubicBezTo>
                <a:cubicBezTo>
                  <a:pt x="171098" y="48267"/>
                  <a:pt x="173584" y="41000"/>
                  <a:pt x="178213" y="35151"/>
                </a:cubicBezTo>
                <a:cubicBezTo>
                  <a:pt x="183842" y="27560"/>
                  <a:pt x="192863" y="23245"/>
                  <a:pt x="202311" y="23626"/>
                </a:cubicBezTo>
                <a:close/>
                <a:moveTo>
                  <a:pt x="783051" y="23436"/>
                </a:moveTo>
                <a:cubicBezTo>
                  <a:pt x="791909" y="23207"/>
                  <a:pt x="800415" y="26903"/>
                  <a:pt x="806292" y="33532"/>
                </a:cubicBezTo>
                <a:cubicBezTo>
                  <a:pt x="811816" y="39514"/>
                  <a:pt x="814817" y="47391"/>
                  <a:pt x="814674" y="55535"/>
                </a:cubicBezTo>
                <a:cubicBezTo>
                  <a:pt x="814760" y="63812"/>
                  <a:pt x="811578" y="71785"/>
                  <a:pt x="805816" y="77728"/>
                </a:cubicBezTo>
                <a:cubicBezTo>
                  <a:pt x="799977" y="84062"/>
                  <a:pt x="791662" y="87539"/>
                  <a:pt x="783051" y="87253"/>
                </a:cubicBezTo>
                <a:cubicBezTo>
                  <a:pt x="774412" y="87558"/>
                  <a:pt x="766058" y="84081"/>
                  <a:pt x="760191" y="77728"/>
                </a:cubicBezTo>
                <a:cubicBezTo>
                  <a:pt x="754428" y="71785"/>
                  <a:pt x="751247" y="63812"/>
                  <a:pt x="751333" y="55535"/>
                </a:cubicBezTo>
                <a:cubicBezTo>
                  <a:pt x="751237" y="47429"/>
                  <a:pt x="754228" y="39600"/>
                  <a:pt x="759715" y="33627"/>
                </a:cubicBezTo>
                <a:cubicBezTo>
                  <a:pt x="765620" y="26969"/>
                  <a:pt x="774154" y="23236"/>
                  <a:pt x="783051" y="23436"/>
                </a:cubicBezTo>
                <a:close/>
                <a:moveTo>
                  <a:pt x="711804" y="23436"/>
                </a:moveTo>
                <a:cubicBezTo>
                  <a:pt x="715747" y="23407"/>
                  <a:pt x="719671" y="24017"/>
                  <a:pt x="723424" y="25246"/>
                </a:cubicBezTo>
                <a:cubicBezTo>
                  <a:pt x="726853" y="26322"/>
                  <a:pt x="730072" y="27960"/>
                  <a:pt x="732949" y="30103"/>
                </a:cubicBezTo>
                <a:cubicBezTo>
                  <a:pt x="735540" y="32170"/>
                  <a:pt x="737712" y="34732"/>
                  <a:pt x="739331" y="37628"/>
                </a:cubicBezTo>
                <a:lnTo>
                  <a:pt x="733139" y="41438"/>
                </a:lnTo>
                <a:cubicBezTo>
                  <a:pt x="728063" y="34466"/>
                  <a:pt x="719852" y="30475"/>
                  <a:pt x="711232" y="30770"/>
                </a:cubicBezTo>
                <a:cubicBezTo>
                  <a:pt x="704364" y="30570"/>
                  <a:pt x="697697" y="33142"/>
                  <a:pt x="692754" y="37914"/>
                </a:cubicBezTo>
                <a:cubicBezTo>
                  <a:pt x="687991" y="42410"/>
                  <a:pt x="685334" y="48696"/>
                  <a:pt x="685419" y="55249"/>
                </a:cubicBezTo>
                <a:cubicBezTo>
                  <a:pt x="685400" y="59640"/>
                  <a:pt x="686591" y="63955"/>
                  <a:pt x="688848" y="67727"/>
                </a:cubicBezTo>
                <a:cubicBezTo>
                  <a:pt x="691039" y="71756"/>
                  <a:pt x="694344" y="75061"/>
                  <a:pt x="698373" y="77252"/>
                </a:cubicBezTo>
                <a:cubicBezTo>
                  <a:pt x="702412" y="79414"/>
                  <a:pt x="706936" y="80529"/>
                  <a:pt x="711518" y="80491"/>
                </a:cubicBezTo>
                <a:cubicBezTo>
                  <a:pt x="720100" y="80624"/>
                  <a:pt x="728234" y="76661"/>
                  <a:pt x="733425" y="69823"/>
                </a:cubicBezTo>
                <a:lnTo>
                  <a:pt x="739616" y="73823"/>
                </a:lnTo>
                <a:cubicBezTo>
                  <a:pt x="736683" y="78205"/>
                  <a:pt x="732644" y="81719"/>
                  <a:pt x="727901" y="84015"/>
                </a:cubicBezTo>
                <a:cubicBezTo>
                  <a:pt x="722662" y="86482"/>
                  <a:pt x="716928" y="87720"/>
                  <a:pt x="711137" y="87634"/>
                </a:cubicBezTo>
                <a:cubicBezTo>
                  <a:pt x="702240" y="87806"/>
                  <a:pt x="693649" y="84367"/>
                  <a:pt x="687324" y="78109"/>
                </a:cubicBezTo>
                <a:cubicBezTo>
                  <a:pt x="681114" y="72375"/>
                  <a:pt x="677647" y="64270"/>
                  <a:pt x="677799" y="55821"/>
                </a:cubicBezTo>
                <a:cubicBezTo>
                  <a:pt x="677790" y="50058"/>
                  <a:pt x="679342" y="44400"/>
                  <a:pt x="682276" y="39438"/>
                </a:cubicBezTo>
                <a:cubicBezTo>
                  <a:pt x="685162" y="34437"/>
                  <a:pt x="689382" y="30351"/>
                  <a:pt x="694468" y="27627"/>
                </a:cubicBezTo>
                <a:cubicBezTo>
                  <a:pt x="699802" y="24808"/>
                  <a:pt x="705765" y="23369"/>
                  <a:pt x="711804" y="23436"/>
                </a:cubicBezTo>
                <a:close/>
                <a:moveTo>
                  <a:pt x="262414" y="23245"/>
                </a:moveTo>
                <a:cubicBezTo>
                  <a:pt x="268786" y="23798"/>
                  <a:pt x="274692" y="26807"/>
                  <a:pt x="278892" y="31627"/>
                </a:cubicBezTo>
                <a:lnTo>
                  <a:pt x="273939" y="36771"/>
                </a:lnTo>
                <a:cubicBezTo>
                  <a:pt x="270777" y="33246"/>
                  <a:pt x="266376" y="31094"/>
                  <a:pt x="261652" y="30770"/>
                </a:cubicBezTo>
                <a:cubicBezTo>
                  <a:pt x="259223" y="30732"/>
                  <a:pt x="256871" y="31618"/>
                  <a:pt x="255080" y="33246"/>
                </a:cubicBezTo>
                <a:cubicBezTo>
                  <a:pt x="253394" y="34704"/>
                  <a:pt x="252422" y="36828"/>
                  <a:pt x="252413" y="39056"/>
                </a:cubicBezTo>
                <a:cubicBezTo>
                  <a:pt x="252499" y="41152"/>
                  <a:pt x="253261" y="43162"/>
                  <a:pt x="254604" y="44772"/>
                </a:cubicBezTo>
                <a:cubicBezTo>
                  <a:pt x="257385" y="47439"/>
                  <a:pt x="260604" y="49601"/>
                  <a:pt x="264129" y="51153"/>
                </a:cubicBezTo>
                <a:cubicBezTo>
                  <a:pt x="268643" y="53201"/>
                  <a:pt x="272701" y="56154"/>
                  <a:pt x="276035" y="59821"/>
                </a:cubicBezTo>
                <a:cubicBezTo>
                  <a:pt x="278016" y="62602"/>
                  <a:pt x="279073" y="65936"/>
                  <a:pt x="279083" y="69346"/>
                </a:cubicBezTo>
                <a:cubicBezTo>
                  <a:pt x="279130" y="74109"/>
                  <a:pt x="277235" y="78681"/>
                  <a:pt x="273844" y="82014"/>
                </a:cubicBezTo>
                <a:cubicBezTo>
                  <a:pt x="270339" y="85434"/>
                  <a:pt x="265595" y="87291"/>
                  <a:pt x="260699" y="87158"/>
                </a:cubicBezTo>
                <a:cubicBezTo>
                  <a:pt x="257204" y="87158"/>
                  <a:pt x="253756" y="86377"/>
                  <a:pt x="250603" y="84872"/>
                </a:cubicBezTo>
                <a:cubicBezTo>
                  <a:pt x="247526" y="83405"/>
                  <a:pt x="244821" y="81262"/>
                  <a:pt x="242697" y="78585"/>
                </a:cubicBezTo>
                <a:lnTo>
                  <a:pt x="247650" y="72966"/>
                </a:lnTo>
                <a:cubicBezTo>
                  <a:pt x="250651" y="76995"/>
                  <a:pt x="255299" y="79471"/>
                  <a:pt x="260319" y="79728"/>
                </a:cubicBezTo>
                <a:cubicBezTo>
                  <a:pt x="263262" y="79814"/>
                  <a:pt x="266129" y="78757"/>
                  <a:pt x="268320" y="76776"/>
                </a:cubicBezTo>
                <a:cubicBezTo>
                  <a:pt x="270406" y="74985"/>
                  <a:pt x="271625" y="72385"/>
                  <a:pt x="271653" y="69632"/>
                </a:cubicBezTo>
                <a:cubicBezTo>
                  <a:pt x="271634" y="67441"/>
                  <a:pt x="270863" y="65317"/>
                  <a:pt x="269463" y="63631"/>
                </a:cubicBezTo>
                <a:cubicBezTo>
                  <a:pt x="266653" y="60983"/>
                  <a:pt x="263433" y="58802"/>
                  <a:pt x="259938" y="57154"/>
                </a:cubicBezTo>
                <a:cubicBezTo>
                  <a:pt x="255623" y="55259"/>
                  <a:pt x="251784" y="52430"/>
                  <a:pt x="248698" y="48867"/>
                </a:cubicBezTo>
                <a:cubicBezTo>
                  <a:pt x="246698" y="46105"/>
                  <a:pt x="245660" y="42752"/>
                  <a:pt x="245745" y="39342"/>
                </a:cubicBezTo>
                <a:cubicBezTo>
                  <a:pt x="245631" y="34999"/>
                  <a:pt x="247355" y="30808"/>
                  <a:pt x="250508" y="27817"/>
                </a:cubicBezTo>
                <a:cubicBezTo>
                  <a:pt x="253699" y="24760"/>
                  <a:pt x="257994" y="23112"/>
                  <a:pt x="262414" y="23245"/>
                </a:cubicBezTo>
                <a:close/>
                <a:moveTo>
                  <a:pt x="19813" y="23245"/>
                </a:moveTo>
                <a:cubicBezTo>
                  <a:pt x="26146" y="23845"/>
                  <a:pt x="32005" y="26836"/>
                  <a:pt x="36196" y="31627"/>
                </a:cubicBezTo>
                <a:lnTo>
                  <a:pt x="31147" y="36771"/>
                </a:lnTo>
                <a:cubicBezTo>
                  <a:pt x="28023" y="33256"/>
                  <a:pt x="23651" y="31104"/>
                  <a:pt x="18955" y="30770"/>
                </a:cubicBezTo>
                <a:cubicBezTo>
                  <a:pt x="16526" y="30732"/>
                  <a:pt x="14174" y="31618"/>
                  <a:pt x="12383" y="33247"/>
                </a:cubicBezTo>
                <a:cubicBezTo>
                  <a:pt x="10697" y="34704"/>
                  <a:pt x="9725" y="36828"/>
                  <a:pt x="9716" y="39057"/>
                </a:cubicBezTo>
                <a:cubicBezTo>
                  <a:pt x="9802" y="41152"/>
                  <a:pt x="10564" y="43162"/>
                  <a:pt x="11907" y="44772"/>
                </a:cubicBezTo>
                <a:cubicBezTo>
                  <a:pt x="14688" y="47439"/>
                  <a:pt x="17907" y="49601"/>
                  <a:pt x="21432" y="51154"/>
                </a:cubicBezTo>
                <a:cubicBezTo>
                  <a:pt x="25928" y="53201"/>
                  <a:pt x="29947" y="56145"/>
                  <a:pt x="33243" y="59821"/>
                </a:cubicBezTo>
                <a:cubicBezTo>
                  <a:pt x="35291" y="62574"/>
                  <a:pt x="36396" y="65917"/>
                  <a:pt x="36386" y="69346"/>
                </a:cubicBezTo>
                <a:cubicBezTo>
                  <a:pt x="36443" y="74128"/>
                  <a:pt x="34510" y="78710"/>
                  <a:pt x="31052" y="82015"/>
                </a:cubicBezTo>
                <a:cubicBezTo>
                  <a:pt x="27594" y="85453"/>
                  <a:pt x="22880" y="87311"/>
                  <a:pt x="18003" y="87158"/>
                </a:cubicBezTo>
                <a:cubicBezTo>
                  <a:pt x="14507" y="87158"/>
                  <a:pt x="11059" y="86377"/>
                  <a:pt x="7906" y="84872"/>
                </a:cubicBezTo>
                <a:cubicBezTo>
                  <a:pt x="4820" y="83405"/>
                  <a:pt x="2124" y="81262"/>
                  <a:pt x="0" y="78586"/>
                </a:cubicBezTo>
                <a:lnTo>
                  <a:pt x="4954" y="72966"/>
                </a:lnTo>
                <a:cubicBezTo>
                  <a:pt x="7954" y="76995"/>
                  <a:pt x="12602" y="79472"/>
                  <a:pt x="17622" y="79729"/>
                </a:cubicBezTo>
                <a:cubicBezTo>
                  <a:pt x="20574" y="79814"/>
                  <a:pt x="23432" y="78757"/>
                  <a:pt x="25623" y="76776"/>
                </a:cubicBezTo>
                <a:cubicBezTo>
                  <a:pt x="27718" y="74985"/>
                  <a:pt x="28928" y="72385"/>
                  <a:pt x="28956" y="69632"/>
                </a:cubicBezTo>
                <a:cubicBezTo>
                  <a:pt x="28937" y="67441"/>
                  <a:pt x="28166" y="65317"/>
                  <a:pt x="26766" y="63631"/>
                </a:cubicBezTo>
                <a:cubicBezTo>
                  <a:pt x="23956" y="60974"/>
                  <a:pt x="20746" y="58793"/>
                  <a:pt x="17241" y="57154"/>
                </a:cubicBezTo>
                <a:cubicBezTo>
                  <a:pt x="12973" y="55230"/>
                  <a:pt x="9163" y="52401"/>
                  <a:pt x="6097" y="48868"/>
                </a:cubicBezTo>
                <a:cubicBezTo>
                  <a:pt x="4096" y="46105"/>
                  <a:pt x="3058" y="42753"/>
                  <a:pt x="3144" y="39343"/>
                </a:cubicBezTo>
                <a:cubicBezTo>
                  <a:pt x="2991" y="34990"/>
                  <a:pt x="4725" y="30789"/>
                  <a:pt x="7906" y="27817"/>
                </a:cubicBezTo>
                <a:cubicBezTo>
                  <a:pt x="11088" y="24741"/>
                  <a:pt x="15383" y="23083"/>
                  <a:pt x="19813" y="23245"/>
                </a:cubicBezTo>
                <a:close/>
                <a:moveTo>
                  <a:pt x="857726" y="23150"/>
                </a:moveTo>
                <a:cubicBezTo>
                  <a:pt x="860612" y="23141"/>
                  <a:pt x="863460" y="23722"/>
                  <a:pt x="866108" y="24865"/>
                </a:cubicBezTo>
                <a:cubicBezTo>
                  <a:pt x="868594" y="25865"/>
                  <a:pt x="870813" y="27427"/>
                  <a:pt x="872585" y="29437"/>
                </a:cubicBezTo>
                <a:cubicBezTo>
                  <a:pt x="874576" y="31885"/>
                  <a:pt x="876071" y="34695"/>
                  <a:pt x="876966" y="37724"/>
                </a:cubicBezTo>
                <a:cubicBezTo>
                  <a:pt x="879157" y="33352"/>
                  <a:pt x="882443" y="29608"/>
                  <a:pt x="886491" y="26865"/>
                </a:cubicBezTo>
                <a:cubicBezTo>
                  <a:pt x="890235" y="24436"/>
                  <a:pt x="894607" y="23141"/>
                  <a:pt x="899065" y="23150"/>
                </a:cubicBezTo>
                <a:cubicBezTo>
                  <a:pt x="903008" y="23065"/>
                  <a:pt x="906894" y="24160"/>
                  <a:pt x="910209" y="26294"/>
                </a:cubicBezTo>
                <a:cubicBezTo>
                  <a:pt x="913438" y="28446"/>
                  <a:pt x="915933" y="31542"/>
                  <a:pt x="917352" y="35152"/>
                </a:cubicBezTo>
                <a:cubicBezTo>
                  <a:pt x="919219" y="40667"/>
                  <a:pt x="920029" y="46486"/>
                  <a:pt x="919734" y="52297"/>
                </a:cubicBezTo>
                <a:lnTo>
                  <a:pt x="919734" y="85444"/>
                </a:lnTo>
                <a:lnTo>
                  <a:pt x="911733" y="85444"/>
                </a:lnTo>
                <a:lnTo>
                  <a:pt x="911733" y="52297"/>
                </a:lnTo>
                <a:cubicBezTo>
                  <a:pt x="911990" y="47772"/>
                  <a:pt x="911504" y="43239"/>
                  <a:pt x="910304" y="38867"/>
                </a:cubicBezTo>
                <a:cubicBezTo>
                  <a:pt x="909428" y="36419"/>
                  <a:pt x="907751" y="34333"/>
                  <a:pt x="905541" y="32961"/>
                </a:cubicBezTo>
                <a:cubicBezTo>
                  <a:pt x="903170" y="31418"/>
                  <a:pt x="900369" y="30646"/>
                  <a:pt x="897541" y="30770"/>
                </a:cubicBezTo>
                <a:cubicBezTo>
                  <a:pt x="893807" y="30713"/>
                  <a:pt x="890159" y="31885"/>
                  <a:pt x="887158" y="34104"/>
                </a:cubicBezTo>
                <a:cubicBezTo>
                  <a:pt x="884034" y="36304"/>
                  <a:pt x="881643" y="39390"/>
                  <a:pt x="880300" y="42962"/>
                </a:cubicBezTo>
                <a:cubicBezTo>
                  <a:pt x="878500" y="49144"/>
                  <a:pt x="877757" y="55583"/>
                  <a:pt x="878109" y="62012"/>
                </a:cubicBezTo>
                <a:lnTo>
                  <a:pt x="878109" y="85825"/>
                </a:lnTo>
                <a:lnTo>
                  <a:pt x="870394" y="85825"/>
                </a:lnTo>
                <a:lnTo>
                  <a:pt x="870394" y="54678"/>
                </a:lnTo>
                <a:cubicBezTo>
                  <a:pt x="870623" y="49687"/>
                  <a:pt x="870175" y="44686"/>
                  <a:pt x="869061" y="39819"/>
                </a:cubicBezTo>
                <a:cubicBezTo>
                  <a:pt x="868194" y="37238"/>
                  <a:pt x="866527" y="34999"/>
                  <a:pt x="864298" y="33437"/>
                </a:cubicBezTo>
                <a:cubicBezTo>
                  <a:pt x="861888" y="31875"/>
                  <a:pt x="859069" y="31075"/>
                  <a:pt x="856202" y="31151"/>
                </a:cubicBezTo>
                <a:cubicBezTo>
                  <a:pt x="852554" y="31142"/>
                  <a:pt x="848991" y="32275"/>
                  <a:pt x="846010" y="34390"/>
                </a:cubicBezTo>
                <a:cubicBezTo>
                  <a:pt x="842867" y="36552"/>
                  <a:pt x="840447" y="39600"/>
                  <a:pt x="839057" y="43153"/>
                </a:cubicBezTo>
                <a:cubicBezTo>
                  <a:pt x="837276" y="48620"/>
                  <a:pt x="836504" y="54364"/>
                  <a:pt x="836771" y="60107"/>
                </a:cubicBezTo>
                <a:lnTo>
                  <a:pt x="836771" y="85825"/>
                </a:lnTo>
                <a:lnTo>
                  <a:pt x="828960" y="85825"/>
                </a:lnTo>
                <a:lnTo>
                  <a:pt x="829056" y="24674"/>
                </a:lnTo>
                <a:lnTo>
                  <a:pt x="836866" y="24674"/>
                </a:lnTo>
                <a:lnTo>
                  <a:pt x="836866" y="35152"/>
                </a:lnTo>
                <a:cubicBezTo>
                  <a:pt x="839105" y="31828"/>
                  <a:pt x="841953" y="28951"/>
                  <a:pt x="845248" y="26675"/>
                </a:cubicBezTo>
                <a:cubicBezTo>
                  <a:pt x="849011" y="24379"/>
                  <a:pt x="853325" y="23160"/>
                  <a:pt x="857726" y="23150"/>
                </a:cubicBezTo>
                <a:close/>
                <a:moveTo>
                  <a:pt x="321373" y="23149"/>
                </a:moveTo>
                <a:cubicBezTo>
                  <a:pt x="324259" y="23140"/>
                  <a:pt x="327107" y="23721"/>
                  <a:pt x="329755" y="24864"/>
                </a:cubicBezTo>
                <a:cubicBezTo>
                  <a:pt x="332222" y="25893"/>
                  <a:pt x="334442" y="27455"/>
                  <a:pt x="336232" y="29436"/>
                </a:cubicBezTo>
                <a:cubicBezTo>
                  <a:pt x="338194" y="31903"/>
                  <a:pt x="339671" y="34713"/>
                  <a:pt x="340614" y="37723"/>
                </a:cubicBezTo>
                <a:cubicBezTo>
                  <a:pt x="342804" y="33351"/>
                  <a:pt x="346091" y="29608"/>
                  <a:pt x="350139" y="26864"/>
                </a:cubicBezTo>
                <a:cubicBezTo>
                  <a:pt x="353882" y="24435"/>
                  <a:pt x="358254" y="23140"/>
                  <a:pt x="362712" y="23149"/>
                </a:cubicBezTo>
                <a:cubicBezTo>
                  <a:pt x="366655" y="23083"/>
                  <a:pt x="370532" y="24178"/>
                  <a:pt x="373856" y="26293"/>
                </a:cubicBezTo>
                <a:cubicBezTo>
                  <a:pt x="377047" y="28493"/>
                  <a:pt x="379523" y="31570"/>
                  <a:pt x="381000" y="35151"/>
                </a:cubicBezTo>
                <a:cubicBezTo>
                  <a:pt x="382781" y="40685"/>
                  <a:pt x="383552" y="46486"/>
                  <a:pt x="383286" y="52296"/>
                </a:cubicBezTo>
                <a:lnTo>
                  <a:pt x="383286" y="85443"/>
                </a:lnTo>
                <a:lnTo>
                  <a:pt x="375380" y="85443"/>
                </a:lnTo>
                <a:lnTo>
                  <a:pt x="375380" y="52296"/>
                </a:lnTo>
                <a:cubicBezTo>
                  <a:pt x="375637" y="47772"/>
                  <a:pt x="375152" y="43238"/>
                  <a:pt x="373951" y="38866"/>
                </a:cubicBezTo>
                <a:cubicBezTo>
                  <a:pt x="373046" y="36437"/>
                  <a:pt x="371370" y="34360"/>
                  <a:pt x="369189" y="32960"/>
                </a:cubicBezTo>
                <a:cubicBezTo>
                  <a:pt x="366808" y="31436"/>
                  <a:pt x="364017" y="30674"/>
                  <a:pt x="361188" y="30769"/>
                </a:cubicBezTo>
                <a:cubicBezTo>
                  <a:pt x="357454" y="30712"/>
                  <a:pt x="353806" y="31884"/>
                  <a:pt x="350806" y="34103"/>
                </a:cubicBezTo>
                <a:cubicBezTo>
                  <a:pt x="347681" y="36303"/>
                  <a:pt x="345291" y="39390"/>
                  <a:pt x="343948" y="42961"/>
                </a:cubicBezTo>
                <a:cubicBezTo>
                  <a:pt x="342100" y="49134"/>
                  <a:pt x="341357" y="55582"/>
                  <a:pt x="341757" y="62011"/>
                </a:cubicBezTo>
                <a:lnTo>
                  <a:pt x="341757" y="85824"/>
                </a:lnTo>
                <a:lnTo>
                  <a:pt x="333946" y="85824"/>
                </a:lnTo>
                <a:lnTo>
                  <a:pt x="333946" y="54677"/>
                </a:lnTo>
                <a:cubicBezTo>
                  <a:pt x="334213" y="49677"/>
                  <a:pt x="333727" y="44676"/>
                  <a:pt x="332518" y="39818"/>
                </a:cubicBezTo>
                <a:cubicBezTo>
                  <a:pt x="331679" y="37218"/>
                  <a:pt x="330003" y="34980"/>
                  <a:pt x="327755" y="33436"/>
                </a:cubicBezTo>
                <a:cubicBezTo>
                  <a:pt x="325345" y="31874"/>
                  <a:pt x="322526" y="31074"/>
                  <a:pt x="319659" y="31150"/>
                </a:cubicBezTo>
                <a:cubicBezTo>
                  <a:pt x="316039" y="31141"/>
                  <a:pt x="312505" y="32274"/>
                  <a:pt x="309562" y="34389"/>
                </a:cubicBezTo>
                <a:cubicBezTo>
                  <a:pt x="306419" y="36551"/>
                  <a:pt x="304000" y="39599"/>
                  <a:pt x="302609" y="43152"/>
                </a:cubicBezTo>
                <a:cubicBezTo>
                  <a:pt x="300828" y="48619"/>
                  <a:pt x="300056" y="54363"/>
                  <a:pt x="300323" y="60107"/>
                </a:cubicBezTo>
                <a:lnTo>
                  <a:pt x="300323" y="85824"/>
                </a:lnTo>
                <a:lnTo>
                  <a:pt x="292512" y="85824"/>
                </a:lnTo>
                <a:lnTo>
                  <a:pt x="292703" y="24674"/>
                </a:lnTo>
                <a:lnTo>
                  <a:pt x="300514" y="24674"/>
                </a:lnTo>
                <a:lnTo>
                  <a:pt x="300514" y="35151"/>
                </a:lnTo>
                <a:cubicBezTo>
                  <a:pt x="302752" y="31827"/>
                  <a:pt x="305600" y="28950"/>
                  <a:pt x="308895" y="26674"/>
                </a:cubicBezTo>
                <a:cubicBezTo>
                  <a:pt x="312648" y="24359"/>
                  <a:pt x="316963" y="23140"/>
                  <a:pt x="321373" y="23149"/>
                </a:cubicBezTo>
                <a:close/>
                <a:moveTo>
                  <a:pt x="508635" y="22959"/>
                </a:moveTo>
                <a:cubicBezTo>
                  <a:pt x="512921" y="22883"/>
                  <a:pt x="517131" y="24073"/>
                  <a:pt x="520731" y="26388"/>
                </a:cubicBezTo>
                <a:cubicBezTo>
                  <a:pt x="524237" y="28703"/>
                  <a:pt x="526961" y="32017"/>
                  <a:pt x="528542" y="35913"/>
                </a:cubicBezTo>
                <a:cubicBezTo>
                  <a:pt x="530475" y="41809"/>
                  <a:pt x="531314" y="48000"/>
                  <a:pt x="531018" y="54201"/>
                </a:cubicBezTo>
                <a:lnTo>
                  <a:pt x="531018" y="85443"/>
                </a:lnTo>
                <a:lnTo>
                  <a:pt x="523208" y="85443"/>
                </a:lnTo>
                <a:lnTo>
                  <a:pt x="523208" y="56868"/>
                </a:lnTo>
                <a:cubicBezTo>
                  <a:pt x="523379" y="52182"/>
                  <a:pt x="523094" y="47495"/>
                  <a:pt x="522351" y="42866"/>
                </a:cubicBezTo>
                <a:cubicBezTo>
                  <a:pt x="521789" y="39171"/>
                  <a:pt x="519931" y="35799"/>
                  <a:pt x="517112" y="33341"/>
                </a:cubicBezTo>
                <a:cubicBezTo>
                  <a:pt x="514216" y="31217"/>
                  <a:pt x="510692" y="30150"/>
                  <a:pt x="507111" y="30293"/>
                </a:cubicBezTo>
                <a:cubicBezTo>
                  <a:pt x="502415" y="30255"/>
                  <a:pt x="497872" y="31951"/>
                  <a:pt x="494347" y="35056"/>
                </a:cubicBezTo>
                <a:cubicBezTo>
                  <a:pt x="490709" y="37989"/>
                  <a:pt x="488127" y="42038"/>
                  <a:pt x="487013" y="46581"/>
                </a:cubicBezTo>
                <a:cubicBezTo>
                  <a:pt x="486060" y="52048"/>
                  <a:pt x="485670" y="57601"/>
                  <a:pt x="485870" y="63154"/>
                </a:cubicBezTo>
                <a:lnTo>
                  <a:pt x="485870" y="85443"/>
                </a:lnTo>
                <a:lnTo>
                  <a:pt x="478059" y="85443"/>
                </a:lnTo>
                <a:lnTo>
                  <a:pt x="478059" y="24673"/>
                </a:lnTo>
                <a:lnTo>
                  <a:pt x="485870" y="24673"/>
                </a:lnTo>
                <a:lnTo>
                  <a:pt x="485870" y="35532"/>
                </a:lnTo>
                <a:cubicBezTo>
                  <a:pt x="488623" y="31665"/>
                  <a:pt x="492166" y="28417"/>
                  <a:pt x="496252" y="26007"/>
                </a:cubicBezTo>
                <a:cubicBezTo>
                  <a:pt x="500062" y="23988"/>
                  <a:pt x="504320" y="22940"/>
                  <a:pt x="508635" y="22959"/>
                </a:cubicBezTo>
                <a:close/>
                <a:moveTo>
                  <a:pt x="599218" y="22769"/>
                </a:moveTo>
                <a:cubicBezTo>
                  <a:pt x="603914" y="22712"/>
                  <a:pt x="608553" y="23788"/>
                  <a:pt x="612744" y="25913"/>
                </a:cubicBezTo>
                <a:cubicBezTo>
                  <a:pt x="616954" y="28227"/>
                  <a:pt x="620573" y="31485"/>
                  <a:pt x="623316" y="35438"/>
                </a:cubicBezTo>
                <a:lnTo>
                  <a:pt x="623316" y="24674"/>
                </a:lnTo>
                <a:lnTo>
                  <a:pt x="631127" y="24674"/>
                </a:lnTo>
                <a:lnTo>
                  <a:pt x="631127" y="85444"/>
                </a:lnTo>
                <a:lnTo>
                  <a:pt x="623412" y="85444"/>
                </a:lnTo>
                <a:lnTo>
                  <a:pt x="623412" y="74966"/>
                </a:lnTo>
                <a:cubicBezTo>
                  <a:pt x="620449" y="78700"/>
                  <a:pt x="616716" y="81758"/>
                  <a:pt x="612458" y="83920"/>
                </a:cubicBezTo>
                <a:cubicBezTo>
                  <a:pt x="608295" y="86015"/>
                  <a:pt x="603685" y="87063"/>
                  <a:pt x="599028" y="86968"/>
                </a:cubicBezTo>
                <a:cubicBezTo>
                  <a:pt x="590684" y="87015"/>
                  <a:pt x="582702" y="83558"/>
                  <a:pt x="577025" y="77443"/>
                </a:cubicBezTo>
                <a:cubicBezTo>
                  <a:pt x="570862" y="71480"/>
                  <a:pt x="567414" y="63251"/>
                  <a:pt x="567500" y="54678"/>
                </a:cubicBezTo>
                <a:cubicBezTo>
                  <a:pt x="567424" y="46220"/>
                  <a:pt x="570872" y="38105"/>
                  <a:pt x="577025" y="32294"/>
                </a:cubicBezTo>
                <a:cubicBezTo>
                  <a:pt x="582740" y="26122"/>
                  <a:pt x="590808" y="22655"/>
                  <a:pt x="599218" y="22769"/>
                </a:cubicBezTo>
                <a:close/>
                <a:moveTo>
                  <a:pt x="428911" y="22769"/>
                </a:moveTo>
                <a:cubicBezTo>
                  <a:pt x="433607" y="22712"/>
                  <a:pt x="438246" y="23788"/>
                  <a:pt x="442437" y="25912"/>
                </a:cubicBezTo>
                <a:cubicBezTo>
                  <a:pt x="446647" y="28227"/>
                  <a:pt x="450266" y="31484"/>
                  <a:pt x="453009" y="35437"/>
                </a:cubicBezTo>
                <a:lnTo>
                  <a:pt x="453009" y="24674"/>
                </a:lnTo>
                <a:lnTo>
                  <a:pt x="460820" y="24674"/>
                </a:lnTo>
                <a:lnTo>
                  <a:pt x="460820" y="85443"/>
                </a:lnTo>
                <a:lnTo>
                  <a:pt x="453105" y="85443"/>
                </a:lnTo>
                <a:lnTo>
                  <a:pt x="453105" y="74966"/>
                </a:lnTo>
                <a:cubicBezTo>
                  <a:pt x="450162" y="78719"/>
                  <a:pt x="446418" y="81786"/>
                  <a:pt x="442151" y="83919"/>
                </a:cubicBezTo>
                <a:cubicBezTo>
                  <a:pt x="437988" y="86015"/>
                  <a:pt x="433378" y="87063"/>
                  <a:pt x="428721" y="86967"/>
                </a:cubicBezTo>
                <a:cubicBezTo>
                  <a:pt x="420377" y="87015"/>
                  <a:pt x="412395" y="83557"/>
                  <a:pt x="406718" y="77442"/>
                </a:cubicBezTo>
                <a:cubicBezTo>
                  <a:pt x="400555" y="71480"/>
                  <a:pt x="397107" y="63250"/>
                  <a:pt x="397193" y="54677"/>
                </a:cubicBezTo>
                <a:cubicBezTo>
                  <a:pt x="397155" y="46229"/>
                  <a:pt x="400603" y="38132"/>
                  <a:pt x="406718" y="32294"/>
                </a:cubicBezTo>
                <a:cubicBezTo>
                  <a:pt x="412452" y="26141"/>
                  <a:pt x="420501" y="22683"/>
                  <a:pt x="428911" y="22769"/>
                </a:cubicBezTo>
                <a:close/>
                <a:moveTo>
                  <a:pt x="48863" y="1529"/>
                </a:moveTo>
                <a:lnTo>
                  <a:pt x="56674" y="1529"/>
                </a:lnTo>
                <a:lnTo>
                  <a:pt x="56674" y="85730"/>
                </a:lnTo>
                <a:lnTo>
                  <a:pt x="48863" y="85730"/>
                </a:lnTo>
                <a:close/>
                <a:moveTo>
                  <a:pt x="148209" y="1147"/>
                </a:moveTo>
                <a:lnTo>
                  <a:pt x="156020" y="1528"/>
                </a:lnTo>
                <a:lnTo>
                  <a:pt x="156020" y="85729"/>
                </a:lnTo>
                <a:lnTo>
                  <a:pt x="148305" y="85729"/>
                </a:lnTo>
                <a:lnTo>
                  <a:pt x="148305" y="75251"/>
                </a:lnTo>
                <a:cubicBezTo>
                  <a:pt x="145342" y="78985"/>
                  <a:pt x="141609" y="82042"/>
                  <a:pt x="137351" y="84205"/>
                </a:cubicBezTo>
                <a:cubicBezTo>
                  <a:pt x="133188" y="86300"/>
                  <a:pt x="128578" y="87348"/>
                  <a:pt x="123921" y="87253"/>
                </a:cubicBezTo>
                <a:cubicBezTo>
                  <a:pt x="115577" y="87300"/>
                  <a:pt x="107595" y="83843"/>
                  <a:pt x="101918" y="77728"/>
                </a:cubicBezTo>
                <a:cubicBezTo>
                  <a:pt x="95755" y="71765"/>
                  <a:pt x="92307" y="63535"/>
                  <a:pt x="92393" y="54963"/>
                </a:cubicBezTo>
                <a:cubicBezTo>
                  <a:pt x="92355" y="46514"/>
                  <a:pt x="95803" y="38418"/>
                  <a:pt x="101918" y="32579"/>
                </a:cubicBezTo>
                <a:cubicBezTo>
                  <a:pt x="107633" y="26407"/>
                  <a:pt x="115701" y="22940"/>
                  <a:pt x="124111" y="23054"/>
                </a:cubicBezTo>
                <a:cubicBezTo>
                  <a:pt x="128807" y="22997"/>
                  <a:pt x="133446" y="24073"/>
                  <a:pt x="137637" y="26197"/>
                </a:cubicBezTo>
                <a:cubicBezTo>
                  <a:pt x="141847" y="28512"/>
                  <a:pt x="145466" y="31769"/>
                  <a:pt x="148209" y="35722"/>
                </a:cubicBezTo>
                <a:close/>
                <a:moveTo>
                  <a:pt x="550450" y="4"/>
                </a:moveTo>
                <a:cubicBezTo>
                  <a:pt x="552183" y="-63"/>
                  <a:pt x="553850" y="633"/>
                  <a:pt x="555022" y="1909"/>
                </a:cubicBezTo>
                <a:cubicBezTo>
                  <a:pt x="556260" y="3109"/>
                  <a:pt x="556946" y="4757"/>
                  <a:pt x="556927" y="6481"/>
                </a:cubicBezTo>
                <a:cubicBezTo>
                  <a:pt x="556927" y="8167"/>
                  <a:pt x="556241" y="9786"/>
                  <a:pt x="555022" y="10958"/>
                </a:cubicBezTo>
                <a:cubicBezTo>
                  <a:pt x="553822" y="12196"/>
                  <a:pt x="552174" y="12882"/>
                  <a:pt x="550450" y="12863"/>
                </a:cubicBezTo>
                <a:cubicBezTo>
                  <a:pt x="548764" y="12863"/>
                  <a:pt x="547144" y="12177"/>
                  <a:pt x="545973" y="10958"/>
                </a:cubicBezTo>
                <a:cubicBezTo>
                  <a:pt x="544754" y="9786"/>
                  <a:pt x="544068" y="8167"/>
                  <a:pt x="544068" y="6481"/>
                </a:cubicBezTo>
                <a:cubicBezTo>
                  <a:pt x="544049" y="4757"/>
                  <a:pt x="544735" y="3109"/>
                  <a:pt x="545973" y="1909"/>
                </a:cubicBezTo>
                <a:cubicBezTo>
                  <a:pt x="547116" y="652"/>
                  <a:pt x="548754" y="-44"/>
                  <a:pt x="550450" y="4"/>
                </a:cubicBezTo>
                <a:close/>
                <a:moveTo>
                  <a:pt x="75628" y="4"/>
                </a:moveTo>
                <a:cubicBezTo>
                  <a:pt x="77362" y="-63"/>
                  <a:pt x="79029" y="633"/>
                  <a:pt x="80200" y="1909"/>
                </a:cubicBezTo>
                <a:cubicBezTo>
                  <a:pt x="81439" y="3109"/>
                  <a:pt x="82124" y="4757"/>
                  <a:pt x="82105" y="6481"/>
                </a:cubicBezTo>
                <a:cubicBezTo>
                  <a:pt x="82105" y="8167"/>
                  <a:pt x="81420" y="9786"/>
                  <a:pt x="80200" y="10958"/>
                </a:cubicBezTo>
                <a:cubicBezTo>
                  <a:pt x="79000" y="12196"/>
                  <a:pt x="77352" y="12882"/>
                  <a:pt x="75628" y="12863"/>
                </a:cubicBezTo>
                <a:cubicBezTo>
                  <a:pt x="73942" y="12863"/>
                  <a:pt x="72323" y="12177"/>
                  <a:pt x="71152" y="10958"/>
                </a:cubicBezTo>
                <a:cubicBezTo>
                  <a:pt x="69932" y="9786"/>
                  <a:pt x="69247" y="8167"/>
                  <a:pt x="69247" y="6481"/>
                </a:cubicBezTo>
                <a:cubicBezTo>
                  <a:pt x="69228" y="4757"/>
                  <a:pt x="69913" y="3109"/>
                  <a:pt x="71152" y="1909"/>
                </a:cubicBezTo>
                <a:cubicBezTo>
                  <a:pt x="72295" y="652"/>
                  <a:pt x="73933" y="-44"/>
                  <a:pt x="75628" y="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"/>
          <p:cNvSpPr txBox="1"/>
          <p:nvPr/>
        </p:nvSpPr>
        <p:spPr>
          <a:xfrm>
            <a:off x="9931800" y="13425"/>
            <a:ext cx="22602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slidesmania.com</a:t>
            </a:r>
            <a:endParaRPr>
              <a:solidFill>
                <a:schemeClr val="lt1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21"/>
          <p:cNvSpPr txBox="1">
            <a:spLocks noGrp="1"/>
          </p:cNvSpPr>
          <p:nvPr>
            <p:ph type="ctrTitle"/>
          </p:nvPr>
        </p:nvSpPr>
        <p:spPr>
          <a:xfrm>
            <a:off x="386100" y="1432225"/>
            <a:ext cx="5033400" cy="315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Агент для проверки </a:t>
            </a:r>
            <a:r>
              <a:rPr lang="en">
                <a:solidFill>
                  <a:schemeClr val="accent2"/>
                </a:solidFill>
              </a:rPr>
              <a:t>контрагента.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30" name="Google Shape;830;p21"/>
          <p:cNvSpPr txBox="1">
            <a:spLocks noGrp="1"/>
          </p:cNvSpPr>
          <p:nvPr>
            <p:ph type="subTitle" idx="1"/>
          </p:nvPr>
        </p:nvSpPr>
        <p:spPr>
          <a:xfrm>
            <a:off x="386250" y="4632575"/>
            <a:ext cx="5033400" cy="793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Product Hack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26"/>
          <p:cNvSpPr txBox="1">
            <a:spLocks noGrp="1"/>
          </p:cNvSpPr>
          <p:nvPr>
            <p:ph type="title"/>
          </p:nvPr>
        </p:nvSpPr>
        <p:spPr>
          <a:xfrm>
            <a:off x="821250" y="10205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Пользователь </a:t>
            </a:r>
            <a:r>
              <a:rPr lang="en"/>
              <a:t>и проблема.</a:t>
            </a:r>
            <a:endParaRPr/>
          </a:p>
        </p:txBody>
      </p:sp>
      <p:sp>
        <p:nvSpPr>
          <p:cNvPr id="875" name="Google Shape;875;p26"/>
          <p:cNvSpPr txBox="1">
            <a:spLocks noGrp="1"/>
          </p:cNvSpPr>
          <p:nvPr>
            <p:ph type="body" idx="1"/>
          </p:nvPr>
        </p:nvSpPr>
        <p:spPr>
          <a:xfrm>
            <a:off x="821250" y="1963844"/>
            <a:ext cx="8894400" cy="387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Предприниматель</a:t>
            </a:r>
            <a:r>
              <a:rPr lang="en" sz="1600" dirty="0"/>
              <a:t> </a:t>
            </a:r>
            <a:r>
              <a:rPr lang="en" sz="1600" dirty="0" err="1"/>
              <a:t>малого</a:t>
            </a:r>
            <a:r>
              <a:rPr lang="en" sz="1600" dirty="0"/>
              <a:t> </a:t>
            </a:r>
            <a:r>
              <a:rPr lang="en" sz="1600" dirty="0" err="1"/>
              <a:t>бизнеса</a:t>
            </a:r>
            <a:r>
              <a:rPr lang="ru-RU" sz="1600" dirty="0"/>
              <a:t>.</a:t>
            </a:r>
            <a:r>
              <a:rPr lang="en" sz="1600" dirty="0"/>
              <a:t> </a:t>
            </a:r>
            <a:r>
              <a:rPr lang="en" sz="1600" dirty="0" err="1"/>
              <a:t>Финансиста</a:t>
            </a:r>
            <a:r>
              <a:rPr lang="en" sz="1600" dirty="0"/>
              <a:t> </a:t>
            </a:r>
            <a:r>
              <a:rPr lang="en" sz="1600" dirty="0" err="1"/>
              <a:t>в</a:t>
            </a:r>
            <a:r>
              <a:rPr lang="en" sz="1600" dirty="0"/>
              <a:t> </a:t>
            </a:r>
            <a:r>
              <a:rPr lang="en" sz="1600" dirty="0" err="1"/>
              <a:t>штате</a:t>
            </a:r>
            <a:r>
              <a:rPr lang="en" sz="1600" dirty="0"/>
              <a:t> </a:t>
            </a:r>
            <a:r>
              <a:rPr lang="en" sz="1600" dirty="0" err="1"/>
              <a:t>нет</a:t>
            </a:r>
            <a:r>
              <a:rPr lang="en" sz="1600" dirty="0"/>
              <a:t>, </a:t>
            </a:r>
            <a:r>
              <a:rPr lang="en" sz="1600" dirty="0" err="1"/>
              <a:t>поэтому</a:t>
            </a:r>
            <a:r>
              <a:rPr lang="en" sz="1600" dirty="0"/>
              <a:t> </a:t>
            </a:r>
            <a:r>
              <a:rPr lang="en" sz="1600" dirty="0" err="1"/>
              <a:t>перед</a:t>
            </a:r>
            <a:r>
              <a:rPr lang="en" sz="1600" dirty="0"/>
              <a:t> </a:t>
            </a:r>
            <a:r>
              <a:rPr lang="en" sz="1600" dirty="0" err="1"/>
              <a:t>сделкой</a:t>
            </a:r>
            <a:r>
              <a:rPr lang="en" sz="1600" dirty="0"/>
              <a:t> </a:t>
            </a:r>
            <a:r>
              <a:rPr lang="en" sz="1600" dirty="0" err="1"/>
              <a:t>с</a:t>
            </a:r>
            <a:r>
              <a:rPr lang="en" sz="1600" dirty="0"/>
              <a:t> </a:t>
            </a:r>
            <a:r>
              <a:rPr lang="en" sz="1600" dirty="0" err="1"/>
              <a:t>незнакомой</a:t>
            </a:r>
            <a:r>
              <a:rPr lang="en" sz="1600" dirty="0"/>
              <a:t> </a:t>
            </a:r>
            <a:r>
              <a:rPr lang="en" sz="1600" dirty="0" err="1"/>
              <a:t>компанией</a:t>
            </a:r>
            <a:r>
              <a:rPr lang="en" sz="1600" dirty="0"/>
              <a:t> </a:t>
            </a:r>
            <a:r>
              <a:rPr lang="en" sz="1600" dirty="0" err="1"/>
              <a:t>он</a:t>
            </a:r>
            <a:r>
              <a:rPr lang="en" sz="1600" dirty="0"/>
              <a:t> </a:t>
            </a:r>
            <a:r>
              <a:rPr lang="en" sz="1600" dirty="0" err="1"/>
              <a:t>сам</a:t>
            </a:r>
            <a:r>
              <a:rPr lang="en" sz="1600" dirty="0"/>
              <a:t> </a:t>
            </a:r>
            <a:r>
              <a:rPr lang="en" sz="1600" dirty="0" err="1"/>
              <a:t>решает</a:t>
            </a:r>
            <a:r>
              <a:rPr lang="en" sz="1600" dirty="0"/>
              <a:t>, </a:t>
            </a:r>
            <a:r>
              <a:rPr lang="en" sz="1600" dirty="0" err="1"/>
              <a:t>давать</a:t>
            </a:r>
            <a:r>
              <a:rPr lang="en" sz="1600" dirty="0"/>
              <a:t> </a:t>
            </a:r>
            <a:r>
              <a:rPr lang="en" sz="1600" dirty="0" err="1"/>
              <a:t>ли</a:t>
            </a:r>
            <a:r>
              <a:rPr lang="en" sz="1600" dirty="0"/>
              <a:t> </a:t>
            </a:r>
            <a:r>
              <a:rPr lang="en" sz="1600" dirty="0" err="1"/>
              <a:t>отсрочку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платить</a:t>
            </a:r>
            <a:r>
              <a:rPr lang="en" sz="1600" dirty="0"/>
              <a:t> </a:t>
            </a:r>
            <a:r>
              <a:rPr lang="en" sz="1600" dirty="0" err="1"/>
              <a:t>ли</a:t>
            </a:r>
            <a:r>
              <a:rPr lang="en" sz="1600" dirty="0"/>
              <a:t> </a:t>
            </a:r>
            <a:r>
              <a:rPr lang="en" sz="1600" dirty="0" err="1"/>
              <a:t>вперёд</a:t>
            </a:r>
            <a:r>
              <a:rPr lang="en" sz="1600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Сейчас</a:t>
            </a:r>
            <a:r>
              <a:rPr lang="en" sz="1600" dirty="0"/>
              <a:t> </a:t>
            </a:r>
            <a:r>
              <a:rPr lang="en" sz="1600" dirty="0" err="1"/>
              <a:t>у</a:t>
            </a:r>
            <a:r>
              <a:rPr lang="en" sz="1600" dirty="0"/>
              <a:t> </a:t>
            </a:r>
            <a:r>
              <a:rPr lang="en" sz="1600" dirty="0" err="1"/>
              <a:t>него</a:t>
            </a:r>
            <a:r>
              <a:rPr lang="en" sz="1600" dirty="0"/>
              <a:t> </a:t>
            </a:r>
            <a:r>
              <a:rPr lang="en" sz="1600" dirty="0" err="1"/>
              <a:t>есть</a:t>
            </a:r>
            <a:r>
              <a:rPr lang="en" sz="1600" dirty="0"/>
              <a:t> </a:t>
            </a:r>
            <a:r>
              <a:rPr lang="en" sz="1600" dirty="0" err="1"/>
              <a:t>отчёт</a:t>
            </a:r>
            <a:r>
              <a:rPr lang="en" sz="1600" dirty="0"/>
              <a:t> </a:t>
            </a:r>
            <a:r>
              <a:rPr lang="en" sz="1600" dirty="0" err="1"/>
              <a:t>Альфа-Банка</a:t>
            </a:r>
            <a:r>
              <a:rPr lang="en" sz="1600" dirty="0"/>
              <a:t>: </a:t>
            </a:r>
            <a:r>
              <a:rPr lang="en" sz="1600" dirty="0" err="1"/>
              <a:t>девять</a:t>
            </a:r>
            <a:r>
              <a:rPr lang="en" sz="1600" dirty="0"/>
              <a:t> </a:t>
            </a:r>
            <a:r>
              <a:rPr lang="en" sz="1600" dirty="0" err="1"/>
              <a:t>разделов</a:t>
            </a:r>
            <a:r>
              <a:rPr lang="en" sz="1600" dirty="0"/>
              <a:t> </a:t>
            </a:r>
            <a:r>
              <a:rPr lang="en" sz="1600" dirty="0" err="1"/>
              <a:t>в</a:t>
            </a:r>
            <a:r>
              <a:rPr lang="en" sz="1600" dirty="0"/>
              <a:t> PDF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метка</a:t>
            </a:r>
            <a:r>
              <a:rPr lang="en" sz="1600" dirty="0"/>
              <a:t> </a:t>
            </a:r>
            <a:r>
              <a:rPr lang="en" sz="1600" dirty="0" err="1"/>
              <a:t>риска</a:t>
            </a:r>
            <a:r>
              <a:rPr lang="en" sz="1600" dirty="0"/>
              <a:t> </a:t>
            </a:r>
            <a:r>
              <a:rPr lang="en" sz="1600" dirty="0" err="1"/>
              <a:t>сверху</a:t>
            </a:r>
            <a:r>
              <a:rPr lang="en" sz="1600" dirty="0"/>
              <a:t>. </a:t>
            </a:r>
            <a:r>
              <a:rPr lang="en" sz="1600" dirty="0" err="1"/>
              <a:t>Чтобы</a:t>
            </a:r>
            <a:r>
              <a:rPr lang="en" sz="1600" dirty="0"/>
              <a:t> </a:t>
            </a:r>
            <a:r>
              <a:rPr lang="en" sz="1600" dirty="0" err="1"/>
              <a:t>понять</a:t>
            </a:r>
            <a:r>
              <a:rPr lang="en" sz="1600" dirty="0"/>
              <a:t>, </a:t>
            </a:r>
            <a:r>
              <a:rPr lang="en" sz="1600" dirty="0" err="1"/>
              <a:t>чем</a:t>
            </a:r>
            <a:r>
              <a:rPr lang="en" sz="1600" dirty="0"/>
              <a:t> </a:t>
            </a:r>
            <a:r>
              <a:rPr lang="en" sz="1600" dirty="0" err="1"/>
              <a:t>грозит</a:t>
            </a:r>
            <a:r>
              <a:rPr lang="en" sz="1600" dirty="0"/>
              <a:t> </a:t>
            </a:r>
            <a:r>
              <a:rPr lang="en" sz="1600" dirty="0" err="1"/>
              <a:t>сделка</a:t>
            </a:r>
            <a:r>
              <a:rPr lang="en" sz="1600" dirty="0"/>
              <a:t>, </a:t>
            </a:r>
            <a:r>
              <a:rPr lang="en" sz="1600" dirty="0" err="1"/>
              <a:t>он</a:t>
            </a:r>
            <a:r>
              <a:rPr lang="en" sz="1600" dirty="0"/>
              <a:t> </a:t>
            </a:r>
            <a:r>
              <a:rPr lang="en" sz="1600" dirty="0" err="1"/>
              <a:t>читает</a:t>
            </a:r>
            <a:r>
              <a:rPr lang="en" sz="1600" dirty="0"/>
              <a:t> </a:t>
            </a:r>
            <a:r>
              <a:rPr lang="en" sz="1600" dirty="0" err="1"/>
              <a:t>всё</a:t>
            </a:r>
            <a:r>
              <a:rPr lang="en" sz="1600" dirty="0"/>
              <a:t> </a:t>
            </a:r>
            <a:r>
              <a:rPr lang="en" sz="1600" dirty="0" err="1"/>
              <a:t>сам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сопоставляет</a:t>
            </a:r>
            <a:r>
              <a:rPr lang="en" sz="1600" dirty="0"/>
              <a:t> </a:t>
            </a:r>
            <a:r>
              <a:rPr lang="en" sz="1600" dirty="0" err="1"/>
              <a:t>реестры</a:t>
            </a:r>
            <a:r>
              <a:rPr lang="en" sz="1600" dirty="0"/>
              <a:t>, </a:t>
            </a:r>
            <a:r>
              <a:rPr lang="en" sz="1600" dirty="0" err="1"/>
              <a:t>суды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финансы</a:t>
            </a:r>
            <a:r>
              <a:rPr lang="en" sz="1600" dirty="0"/>
              <a:t>. </a:t>
            </a:r>
            <a:r>
              <a:rPr lang="ru-RU" sz="1600" dirty="0"/>
              <a:t>В основном</a:t>
            </a:r>
            <a:r>
              <a:rPr lang="en" sz="1600" dirty="0"/>
              <a:t> </a:t>
            </a:r>
            <a:r>
              <a:rPr lang="en" sz="1600" dirty="0" err="1"/>
              <a:t>смотрит</a:t>
            </a:r>
            <a:r>
              <a:rPr lang="en" sz="1600" dirty="0"/>
              <a:t> </a:t>
            </a:r>
            <a:r>
              <a:rPr lang="en" sz="1600" dirty="0" err="1"/>
              <a:t>только</a:t>
            </a:r>
            <a:r>
              <a:rPr lang="en" sz="1600" dirty="0"/>
              <a:t> </a:t>
            </a:r>
            <a:r>
              <a:rPr lang="en" sz="1600" dirty="0" err="1"/>
              <a:t>на</a:t>
            </a:r>
            <a:r>
              <a:rPr lang="en" sz="1600" dirty="0"/>
              <a:t> </a:t>
            </a:r>
            <a:r>
              <a:rPr lang="en" sz="1600" dirty="0" err="1"/>
              <a:t>метку</a:t>
            </a:r>
            <a:r>
              <a:rPr lang="en" sz="1600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 dirty="0" err="1"/>
              <a:t>Банк</a:t>
            </a:r>
            <a:r>
              <a:rPr lang="en" sz="1600" dirty="0"/>
              <a:t> </a:t>
            </a:r>
            <a:r>
              <a:rPr lang="en" sz="1600" dirty="0" err="1"/>
              <a:t>хочет</a:t>
            </a:r>
            <a:r>
              <a:rPr lang="en" sz="1600" dirty="0"/>
              <a:t>, </a:t>
            </a:r>
            <a:r>
              <a:rPr lang="en" sz="1600" dirty="0" err="1"/>
              <a:t>чтобы</a:t>
            </a:r>
            <a:r>
              <a:rPr lang="en" sz="1600" dirty="0"/>
              <a:t> </a:t>
            </a:r>
            <a:r>
              <a:rPr lang="en" sz="1600" dirty="0" err="1"/>
              <a:t>к</a:t>
            </a:r>
            <a:r>
              <a:rPr lang="en" sz="1600" dirty="0"/>
              <a:t> </a:t>
            </a:r>
            <a:r>
              <a:rPr lang="en" sz="1600" dirty="0" err="1"/>
              <a:t>проверке</a:t>
            </a:r>
            <a:r>
              <a:rPr lang="en" sz="1600" dirty="0"/>
              <a:t> </a:t>
            </a:r>
            <a:r>
              <a:rPr lang="en" sz="1600" dirty="0" err="1"/>
              <a:t>возвращались</a:t>
            </a:r>
            <a:r>
              <a:rPr lang="en" sz="1600" dirty="0"/>
              <a:t> </a:t>
            </a:r>
            <a:r>
              <a:rPr lang="en" sz="1600" dirty="0" err="1"/>
              <a:t>чаще</a:t>
            </a:r>
            <a:r>
              <a:rPr lang="en" sz="1600" dirty="0"/>
              <a:t>. </a:t>
            </a:r>
            <a:r>
              <a:rPr lang="en" sz="1600" dirty="0" err="1"/>
              <a:t>Для</a:t>
            </a:r>
            <a:r>
              <a:rPr lang="en" sz="1600" dirty="0"/>
              <a:t> </a:t>
            </a:r>
            <a:r>
              <a:rPr lang="en" sz="1600" dirty="0" err="1"/>
              <a:t>этого</a:t>
            </a:r>
            <a:r>
              <a:rPr lang="en" sz="1600" dirty="0"/>
              <a:t> </a:t>
            </a:r>
            <a:r>
              <a:rPr lang="en" sz="1600" dirty="0" err="1"/>
              <a:t>отчёту</a:t>
            </a:r>
            <a:r>
              <a:rPr lang="en" sz="1600" dirty="0"/>
              <a:t> </a:t>
            </a:r>
            <a:r>
              <a:rPr lang="en" sz="1600" dirty="0" err="1"/>
              <a:t>не</a:t>
            </a:r>
            <a:r>
              <a:rPr lang="en" sz="1600" dirty="0"/>
              <a:t> </a:t>
            </a:r>
            <a:r>
              <a:rPr lang="en" sz="1600" dirty="0" err="1"/>
              <a:t>хватает</a:t>
            </a:r>
            <a:r>
              <a:rPr lang="en" sz="1600" dirty="0"/>
              <a:t> </a:t>
            </a:r>
            <a:r>
              <a:rPr lang="en" sz="1600" dirty="0" err="1"/>
              <a:t>вывода</a:t>
            </a:r>
            <a:r>
              <a:rPr lang="en" sz="1600" dirty="0"/>
              <a:t>: </a:t>
            </a:r>
            <a:r>
              <a:rPr lang="en" sz="1600" dirty="0" err="1"/>
              <a:t>на</a:t>
            </a:r>
            <a:r>
              <a:rPr lang="en" sz="1600" dirty="0"/>
              <a:t> </a:t>
            </a:r>
            <a:r>
              <a:rPr lang="en" sz="1600" dirty="0" err="1"/>
              <a:t>каких</a:t>
            </a:r>
            <a:r>
              <a:rPr lang="en" sz="1600" dirty="0"/>
              <a:t> </a:t>
            </a:r>
            <a:r>
              <a:rPr lang="en" sz="1600" dirty="0" err="1"/>
              <a:t>условиях</a:t>
            </a:r>
            <a:r>
              <a:rPr lang="en" sz="1600" dirty="0"/>
              <a:t> </a:t>
            </a:r>
            <a:r>
              <a:rPr lang="en" sz="1600" dirty="0" err="1"/>
              <a:t>работать</a:t>
            </a:r>
            <a:r>
              <a:rPr lang="en" sz="1600" dirty="0"/>
              <a:t> </a:t>
            </a:r>
            <a:r>
              <a:rPr lang="en" sz="1600" dirty="0" err="1"/>
              <a:t>с</a:t>
            </a:r>
            <a:r>
              <a:rPr lang="en" sz="1600" dirty="0"/>
              <a:t> </a:t>
            </a:r>
            <a:r>
              <a:rPr lang="en" sz="1600" dirty="0" err="1"/>
              <a:t>этой</a:t>
            </a:r>
            <a:r>
              <a:rPr lang="en" sz="1600" dirty="0"/>
              <a:t> </a:t>
            </a:r>
            <a:r>
              <a:rPr lang="en" sz="1600" dirty="0" err="1"/>
              <a:t>компанией</a:t>
            </a:r>
            <a:r>
              <a:rPr lang="en" sz="1600" dirty="0"/>
              <a:t> </a:t>
            </a:r>
            <a:r>
              <a:rPr lang="en" sz="1600" dirty="0" err="1"/>
              <a:t>и</a:t>
            </a:r>
            <a:r>
              <a:rPr lang="en" sz="1600" dirty="0"/>
              <a:t> </a:t>
            </a:r>
            <a:r>
              <a:rPr lang="en" sz="1600" dirty="0" err="1"/>
              <a:t>какие</a:t>
            </a:r>
            <a:r>
              <a:rPr lang="en" sz="1600" dirty="0"/>
              <a:t> </a:t>
            </a:r>
            <a:r>
              <a:rPr lang="en" sz="1600" dirty="0" err="1"/>
              <a:t>факты</a:t>
            </a:r>
            <a:r>
              <a:rPr lang="en" sz="1600" dirty="0"/>
              <a:t> </a:t>
            </a:r>
            <a:r>
              <a:rPr lang="en" sz="1600" dirty="0" err="1"/>
              <a:t>за</a:t>
            </a:r>
            <a:r>
              <a:rPr lang="en" sz="1600" dirty="0"/>
              <a:t> </a:t>
            </a:r>
            <a:r>
              <a:rPr lang="en" sz="1600" dirty="0" err="1"/>
              <a:t>этим</a:t>
            </a:r>
            <a:r>
              <a:rPr lang="en" sz="1600" dirty="0"/>
              <a:t> </a:t>
            </a:r>
            <a:r>
              <a:rPr lang="en" sz="1600" dirty="0" err="1"/>
              <a:t>стоят</a:t>
            </a:r>
            <a:r>
              <a:rPr lang="en" sz="1600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Пример: </a:t>
            </a:r>
            <a:r>
              <a:rPr lang="en">
                <a:solidFill>
                  <a:schemeClr val="accent2"/>
                </a:solidFill>
              </a:rPr>
              <a:t>МАКСМАРКЕТ и ещё пять.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говорит метка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Оценка банка: низкий риск. ЗСК (оценка Банка России): зелёный. Статус: действующее.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Что лежит в том же отчёте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В поле status.reasonName: компания признана банкротом, открыто конкурсное производство. 507 исполнительных производств, 54 активных. 278 арбитражных дел. Агент покажет это первым экраном и порекомендует работать только с условиями.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/>
              <a:t>Таких карточек 6 из 200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0"/>
              <a:t>Мы прошли всю тестовую выгрузку. В шести компаниях уже есть банкротство, исключение из ЕГРЮЛ, смена адреса или уменьшение капитала, но метка риска ни у одной не красная, у пяти зелёная. Эти факты лежат в поле status.reasonName, и готовые рекомендации в отчёте о них молчат. Именно их агент обязан находить первыми.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делает агент.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По ИНН или названию агент собирает короткую карточку: дата отчёта, метки банка и ЗСК как есть, два-три решающих факта со ссылкой на поле отчёта и рекомендация: можно работать, стоит проверить или работать с условиями.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Первый экран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dirty="0" err="1"/>
              <a:t>Дальше</a:t>
            </a:r>
            <a:r>
              <a:rPr lang="en" sz="1500" dirty="0"/>
              <a:t> </a:t>
            </a:r>
            <a:r>
              <a:rPr lang="en" sz="1500" dirty="0" err="1"/>
              <a:t>пользователь</a:t>
            </a:r>
            <a:r>
              <a:rPr lang="en" sz="1500" dirty="0"/>
              <a:t> </a:t>
            </a:r>
            <a:r>
              <a:rPr lang="en" sz="1500" dirty="0" err="1"/>
              <a:t>спрашивает</a:t>
            </a:r>
            <a:r>
              <a:rPr lang="en" sz="1500" dirty="0"/>
              <a:t>: </a:t>
            </a:r>
            <a:r>
              <a:rPr lang="en" sz="1500" dirty="0" err="1"/>
              <a:t>сколько</a:t>
            </a:r>
            <a:r>
              <a:rPr lang="en" sz="1500" dirty="0"/>
              <a:t> </a:t>
            </a:r>
            <a:r>
              <a:rPr lang="en" sz="1500" dirty="0" err="1"/>
              <a:t>судов</a:t>
            </a:r>
            <a:r>
              <a:rPr lang="en" sz="1500" dirty="0"/>
              <a:t>, </a:t>
            </a:r>
            <a:r>
              <a:rPr lang="en" sz="1500" dirty="0" err="1"/>
              <a:t>есть</a:t>
            </a:r>
            <a:r>
              <a:rPr lang="en" sz="1500" dirty="0"/>
              <a:t> </a:t>
            </a:r>
            <a:r>
              <a:rPr lang="en" sz="1500" dirty="0" err="1"/>
              <a:t>ли</a:t>
            </a:r>
            <a:r>
              <a:rPr lang="en" sz="1500" dirty="0"/>
              <a:t> </a:t>
            </a:r>
            <a:r>
              <a:rPr lang="en" sz="1500" dirty="0" err="1"/>
              <a:t>долги</a:t>
            </a:r>
            <a:r>
              <a:rPr lang="en" sz="1500" dirty="0"/>
              <a:t>, </a:t>
            </a:r>
            <a:r>
              <a:rPr lang="en" sz="1500" dirty="0" err="1"/>
              <a:t>что</a:t>
            </a:r>
            <a:r>
              <a:rPr lang="en" sz="1500" dirty="0"/>
              <a:t> </a:t>
            </a:r>
            <a:r>
              <a:rPr lang="en" sz="1500" dirty="0" err="1"/>
              <a:t>с</a:t>
            </a:r>
            <a:r>
              <a:rPr lang="en" sz="1500" dirty="0"/>
              <a:t> </a:t>
            </a:r>
            <a:r>
              <a:rPr lang="en" sz="1500" dirty="0" err="1"/>
              <a:t>отчётностью</a:t>
            </a:r>
            <a:r>
              <a:rPr lang="en" sz="1500" dirty="0"/>
              <a:t>. </a:t>
            </a:r>
            <a:r>
              <a:rPr lang="en" sz="1500" dirty="0" err="1"/>
              <a:t>Агент</a:t>
            </a:r>
            <a:r>
              <a:rPr lang="en" sz="1500" dirty="0"/>
              <a:t> </a:t>
            </a:r>
            <a:r>
              <a:rPr lang="en" sz="1500" dirty="0" err="1"/>
              <a:t>отвечает</a:t>
            </a:r>
            <a:r>
              <a:rPr lang="en" sz="1500" dirty="0"/>
              <a:t> </a:t>
            </a:r>
            <a:r>
              <a:rPr lang="en" sz="1500" dirty="0" err="1"/>
              <a:t>только</a:t>
            </a:r>
            <a:r>
              <a:rPr lang="en" sz="1500" dirty="0"/>
              <a:t> </a:t>
            </a:r>
            <a:r>
              <a:rPr lang="en" sz="1500" dirty="0" err="1"/>
              <a:t>тем</a:t>
            </a:r>
            <a:r>
              <a:rPr lang="en" sz="1500" dirty="0"/>
              <a:t>, </a:t>
            </a:r>
            <a:r>
              <a:rPr lang="en" sz="1500" dirty="0" err="1"/>
              <a:t>что</a:t>
            </a:r>
            <a:r>
              <a:rPr lang="en" sz="1500" dirty="0"/>
              <a:t> </a:t>
            </a:r>
            <a:r>
              <a:rPr lang="en" sz="1500" dirty="0" err="1"/>
              <a:t>есть</a:t>
            </a:r>
            <a:r>
              <a:rPr lang="en" sz="1500" dirty="0"/>
              <a:t> </a:t>
            </a:r>
            <a:r>
              <a:rPr lang="en" sz="1500" dirty="0" err="1"/>
              <a:t>в</a:t>
            </a:r>
            <a:r>
              <a:rPr lang="en" sz="1500" dirty="0"/>
              <a:t> </a:t>
            </a:r>
            <a:r>
              <a:rPr lang="en" sz="1500" dirty="0" err="1"/>
              <a:t>отчёте</a:t>
            </a:r>
            <a:r>
              <a:rPr lang="en" sz="1500" dirty="0"/>
              <a:t>,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указывает</a:t>
            </a:r>
            <a:r>
              <a:rPr lang="en" sz="1500" dirty="0"/>
              <a:t> </a:t>
            </a:r>
            <a:r>
              <a:rPr lang="en" sz="1500" dirty="0" err="1"/>
              <a:t>поле</a:t>
            </a:r>
            <a:r>
              <a:rPr lang="en" sz="1500" dirty="0"/>
              <a:t>. </a:t>
            </a:r>
            <a:endParaRPr sz="2000" dirty="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по отчёту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пересчитывает</a:t>
            </a:r>
            <a:r>
              <a:rPr lang="en" sz="1500" dirty="0"/>
              <a:t>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объясняет</a:t>
            </a:r>
            <a:r>
              <a:rPr lang="en" sz="1500" dirty="0"/>
              <a:t> </a:t>
            </a:r>
            <a:r>
              <a:rPr lang="en" sz="1500" dirty="0" err="1"/>
              <a:t>метку</a:t>
            </a:r>
            <a:r>
              <a:rPr lang="en" sz="1500" dirty="0"/>
              <a:t> </a:t>
            </a:r>
            <a:r>
              <a:rPr lang="en" sz="1500" dirty="0" err="1"/>
              <a:t>банка</a:t>
            </a:r>
            <a:r>
              <a:rPr lang="en" sz="1500" dirty="0"/>
              <a:t>,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ставит</a:t>
            </a:r>
            <a:r>
              <a:rPr lang="en" sz="1500" dirty="0"/>
              <a:t> </a:t>
            </a:r>
            <a:r>
              <a:rPr lang="en" sz="1500" dirty="0" err="1"/>
              <a:t>свой</a:t>
            </a:r>
            <a:r>
              <a:rPr lang="en" sz="1500" dirty="0"/>
              <a:t> </a:t>
            </a:r>
            <a:r>
              <a:rPr lang="en" sz="1500" dirty="0" err="1"/>
              <a:t>скор</a:t>
            </a:r>
            <a:r>
              <a:rPr lang="en" sz="1500" dirty="0"/>
              <a:t>,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ищет</a:t>
            </a:r>
            <a:r>
              <a:rPr lang="en" sz="1500" dirty="0"/>
              <a:t> </a:t>
            </a:r>
            <a:r>
              <a:rPr lang="en" sz="1500" dirty="0" err="1"/>
              <a:t>в</a:t>
            </a:r>
            <a:r>
              <a:rPr lang="en" sz="1500" dirty="0"/>
              <a:t> </a:t>
            </a:r>
            <a:r>
              <a:rPr lang="en" sz="1500" dirty="0" err="1"/>
              <a:t>интернете</a:t>
            </a:r>
            <a:r>
              <a:rPr lang="en" sz="1500" dirty="0"/>
              <a:t> </a:t>
            </a:r>
            <a:r>
              <a:rPr lang="en" sz="1500" dirty="0" err="1"/>
              <a:t>и</a:t>
            </a:r>
            <a:r>
              <a:rPr lang="en" sz="1500" dirty="0"/>
              <a:t> </a:t>
            </a:r>
            <a:r>
              <a:rPr lang="en" sz="1500" dirty="0" err="1"/>
              <a:t>не</a:t>
            </a:r>
            <a:r>
              <a:rPr lang="en" sz="1500" dirty="0"/>
              <a:t> </a:t>
            </a:r>
            <a:r>
              <a:rPr lang="en" sz="1500" dirty="0" err="1"/>
              <a:t>решает</a:t>
            </a:r>
            <a:r>
              <a:rPr lang="en" sz="1500" dirty="0"/>
              <a:t> </a:t>
            </a:r>
            <a:r>
              <a:rPr lang="en" sz="1500" dirty="0" err="1"/>
              <a:t>за</a:t>
            </a:r>
            <a:r>
              <a:rPr lang="en" sz="1500" dirty="0"/>
              <a:t> </a:t>
            </a:r>
            <a:r>
              <a:rPr lang="en" sz="1500" dirty="0" err="1"/>
              <a:t>пользователя</a:t>
            </a:r>
            <a:endParaRPr sz="2000" dirty="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Чего не делает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Как устроено: пять слоёв.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dirty="0" err="1"/>
              <a:t>два</a:t>
            </a:r>
            <a:r>
              <a:rPr lang="en" sz="1300" dirty="0"/>
              <a:t> </a:t>
            </a:r>
            <a:r>
              <a:rPr lang="en" sz="1300" dirty="0" err="1"/>
              <a:t>файла</a:t>
            </a:r>
            <a:r>
              <a:rPr lang="en" sz="1300" dirty="0"/>
              <a:t> </a:t>
            </a:r>
            <a:r>
              <a:rPr lang="en" sz="1300" dirty="0" err="1"/>
              <a:t>выгрузки</a:t>
            </a:r>
            <a:r>
              <a:rPr lang="en" sz="1300" dirty="0"/>
              <a:t> </a:t>
            </a:r>
            <a:r>
              <a:rPr lang="en" sz="1300" dirty="0" err="1"/>
              <a:t>приводим</a:t>
            </a:r>
            <a:r>
              <a:rPr lang="en" sz="1300" dirty="0"/>
              <a:t> </a:t>
            </a:r>
            <a:r>
              <a:rPr lang="en" sz="1300" dirty="0" err="1"/>
              <a:t>к</a:t>
            </a:r>
            <a:r>
              <a:rPr lang="en" sz="1300" dirty="0"/>
              <a:t> </a:t>
            </a:r>
            <a:r>
              <a:rPr lang="en" sz="1300" dirty="0" err="1"/>
              <a:t>одной</a:t>
            </a:r>
            <a:r>
              <a:rPr lang="en" sz="1300" dirty="0"/>
              <a:t> </a:t>
            </a:r>
            <a:r>
              <a:rPr lang="en" sz="1300" dirty="0" err="1"/>
              <a:t>схеме</a:t>
            </a:r>
            <a:endParaRPr sz="1300" dirty="0"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 err="1"/>
              <a:t>около</a:t>
            </a:r>
            <a:r>
              <a:rPr lang="en" dirty="0"/>
              <a:t> 30 </a:t>
            </a:r>
            <a:r>
              <a:rPr lang="en" dirty="0" err="1"/>
              <a:t>правил</a:t>
            </a:r>
            <a:r>
              <a:rPr lang="en" dirty="0"/>
              <a:t> </a:t>
            </a:r>
            <a:r>
              <a:rPr lang="en" dirty="0" err="1"/>
              <a:t>по</a:t>
            </a:r>
            <a:r>
              <a:rPr lang="en" dirty="0"/>
              <a:t> </a:t>
            </a:r>
            <a:r>
              <a:rPr lang="en" dirty="0" err="1"/>
              <a:t>статусам</a:t>
            </a:r>
            <a:r>
              <a:rPr lang="en" dirty="0"/>
              <a:t>, </a:t>
            </a:r>
            <a:r>
              <a:rPr lang="en" dirty="0" err="1"/>
              <a:t>долгам</a:t>
            </a:r>
            <a:r>
              <a:rPr lang="en" dirty="0"/>
              <a:t>, </a:t>
            </a:r>
            <a:r>
              <a:rPr lang="en" dirty="0" err="1"/>
              <a:t>судам</a:t>
            </a:r>
            <a:r>
              <a:rPr lang="en" dirty="0"/>
              <a:t> </a:t>
            </a:r>
            <a:r>
              <a:rPr lang="en" dirty="0" err="1"/>
              <a:t>и</a:t>
            </a:r>
            <a:r>
              <a:rPr lang="en" dirty="0"/>
              <a:t> </a:t>
            </a:r>
            <a:r>
              <a:rPr lang="en" dirty="0" err="1"/>
              <a:t>финансам</a:t>
            </a:r>
            <a:r>
              <a:rPr lang="en" dirty="0"/>
              <a:t>; </a:t>
            </a:r>
            <a:r>
              <a:rPr lang="en" dirty="0" err="1"/>
              <a:t>рекомендация</a:t>
            </a:r>
            <a:r>
              <a:rPr lang="en" dirty="0"/>
              <a:t> </a:t>
            </a:r>
            <a:r>
              <a:rPr lang="en" dirty="0" err="1"/>
              <a:t>считается</a:t>
            </a:r>
            <a:r>
              <a:rPr lang="en" dirty="0"/>
              <a:t> </a:t>
            </a:r>
            <a:r>
              <a:rPr lang="en" dirty="0" err="1"/>
              <a:t>кодом</a:t>
            </a:r>
            <a:endParaRPr dirty="0"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300" dirty="0" err="1"/>
              <a:t>агент</a:t>
            </a:r>
            <a:r>
              <a:rPr lang="en" sz="1300" dirty="0"/>
              <a:t> </a:t>
            </a:r>
            <a:r>
              <a:rPr lang="en" sz="1300" dirty="0" err="1"/>
              <a:t>получает</a:t>
            </a:r>
            <a:r>
              <a:rPr lang="en" sz="1300" dirty="0"/>
              <a:t> </a:t>
            </a:r>
            <a:r>
              <a:rPr lang="en" sz="1300" dirty="0" err="1"/>
              <a:t>данные</a:t>
            </a:r>
            <a:r>
              <a:rPr lang="en" sz="1300" dirty="0"/>
              <a:t> </a:t>
            </a:r>
            <a:r>
              <a:rPr lang="en" sz="1300" dirty="0" err="1"/>
              <a:t>только</a:t>
            </a:r>
            <a:r>
              <a:rPr lang="en" sz="1300" dirty="0"/>
              <a:t> </a:t>
            </a:r>
            <a:r>
              <a:rPr lang="en" sz="1300" dirty="0" err="1"/>
              <a:t>через</a:t>
            </a:r>
            <a:r>
              <a:rPr lang="en" sz="1300" dirty="0"/>
              <a:t> </a:t>
            </a:r>
            <a:r>
              <a:rPr lang="en" sz="1300" dirty="0" err="1"/>
              <a:t>инструменты</a:t>
            </a:r>
            <a:endParaRPr sz="1300" dirty="0"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модель выбирает инструменты и пишет ответ; отдельный узел сверяет каждую цитату с отчётом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ответ приходит потоком, сессия хранит контекст; есть страница чата и Docker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Данные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Сигналы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MCP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Агент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API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200 карточек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правила без модели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8 инструментов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LangGraph, 4 узла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интерфейс</a:t>
            </a:r>
            <a:endParaRPr dirty="0"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4"/>
          <p:cNvSpPr txBox="1">
            <a:spLocks noGrp="1"/>
          </p:cNvSpPr>
          <p:nvPr>
            <p:ph type="title"/>
          </p:nvPr>
        </p:nvSpPr>
        <p:spPr>
          <a:xfrm>
            <a:off x="1278450" y="1325375"/>
            <a:ext cx="88944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Что работает на 3 сентября.</a:t>
            </a:r>
            <a:endParaRPr/>
          </a:p>
        </p:txBody>
      </p:sp>
      <p:sp>
        <p:nvSpPr>
          <p:cNvPr id="862" name="Google Shape;862;p24"/>
          <p:cNvSpPr txBox="1">
            <a:spLocks noGrp="1"/>
          </p:cNvSpPr>
          <p:nvPr>
            <p:ph type="body" idx="1"/>
          </p:nvPr>
        </p:nvSpPr>
        <p:spPr>
          <a:xfrm>
            <a:off x="1278450" y="1875025"/>
            <a:ext cx="8894400" cy="365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85000" lnSpcReduction="10000"/>
          </a:bodyPr>
          <a:lstStyle/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Сквозной</a:t>
            </a:r>
            <a:r>
              <a:rPr lang="en" sz="1400" dirty="0"/>
              <a:t> </a:t>
            </a:r>
            <a:r>
              <a:rPr lang="en" sz="1400" dirty="0" err="1"/>
              <a:t>прототип</a:t>
            </a:r>
            <a:r>
              <a:rPr lang="en" sz="1400" dirty="0"/>
              <a:t>: </a:t>
            </a:r>
            <a:r>
              <a:rPr lang="en" sz="1400" dirty="0" err="1"/>
              <a:t>по</a:t>
            </a:r>
            <a:r>
              <a:rPr lang="en" sz="1400" dirty="0"/>
              <a:t> ИНН </a:t>
            </a:r>
            <a:r>
              <a:rPr lang="en" sz="1400" dirty="0" err="1"/>
              <a:t>или</a:t>
            </a:r>
            <a:r>
              <a:rPr lang="en" sz="1400" dirty="0"/>
              <a:t> </a:t>
            </a:r>
            <a:r>
              <a:rPr lang="en" sz="1400" dirty="0" err="1"/>
              <a:t>названию</a:t>
            </a:r>
            <a:r>
              <a:rPr lang="en" sz="1400" dirty="0"/>
              <a:t> </a:t>
            </a:r>
            <a:r>
              <a:rPr lang="en" sz="1400" dirty="0" err="1"/>
              <a:t>агент</a:t>
            </a:r>
            <a:r>
              <a:rPr lang="en" sz="1400" dirty="0"/>
              <a:t> </a:t>
            </a:r>
            <a:r>
              <a:rPr lang="en" sz="1400" dirty="0" err="1"/>
              <a:t>читает</a:t>
            </a:r>
            <a:r>
              <a:rPr lang="en" sz="1400" dirty="0"/>
              <a:t> </a:t>
            </a:r>
            <a:r>
              <a:rPr lang="en" sz="1400" dirty="0" err="1"/>
              <a:t>отчёт</a:t>
            </a:r>
            <a:r>
              <a:rPr lang="en" sz="1400" dirty="0"/>
              <a:t> </a:t>
            </a:r>
            <a:r>
              <a:rPr lang="en" sz="1400" dirty="0" err="1"/>
              <a:t>через</a:t>
            </a:r>
            <a:r>
              <a:rPr lang="en" sz="1400" dirty="0"/>
              <a:t> </a:t>
            </a:r>
            <a:r>
              <a:rPr lang="en" sz="1400" dirty="0" err="1"/>
              <a:t>инструменты</a:t>
            </a:r>
            <a:r>
              <a:rPr lang="en" sz="1400" dirty="0"/>
              <a:t>, </a:t>
            </a:r>
            <a:r>
              <a:rPr lang="en" sz="1400" dirty="0" err="1"/>
              <a:t>считает</a:t>
            </a:r>
            <a:r>
              <a:rPr lang="en" sz="1400" dirty="0"/>
              <a:t> </a:t>
            </a:r>
            <a:r>
              <a:rPr lang="en" sz="1400" dirty="0" err="1"/>
              <a:t>сигналы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собирает</a:t>
            </a:r>
            <a:r>
              <a:rPr lang="en" sz="1400" dirty="0"/>
              <a:t> </a:t>
            </a:r>
            <a:r>
              <a:rPr lang="en" sz="1400" dirty="0" err="1"/>
              <a:t>карточку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проверенными</a:t>
            </a:r>
            <a:r>
              <a:rPr lang="en" sz="1400" dirty="0"/>
              <a:t> </a:t>
            </a:r>
            <a:r>
              <a:rPr lang="en" sz="1400" dirty="0" err="1"/>
              <a:t>ссылками</a:t>
            </a:r>
            <a:r>
              <a:rPr lang="en" sz="1400" dirty="0"/>
              <a:t> </a:t>
            </a:r>
            <a:r>
              <a:rPr lang="en" sz="1400" dirty="0" err="1"/>
              <a:t>на</a:t>
            </a:r>
            <a:r>
              <a:rPr lang="en" sz="1400" dirty="0"/>
              <a:t> </a:t>
            </a:r>
            <a:r>
              <a:rPr lang="en" sz="1400" dirty="0" err="1"/>
              <a:t>поля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200 </a:t>
            </a:r>
            <a:r>
              <a:rPr lang="en" sz="1400" dirty="0" err="1"/>
              <a:t>карточек</a:t>
            </a:r>
            <a:r>
              <a:rPr lang="en" sz="1400" dirty="0"/>
              <a:t> </a:t>
            </a:r>
            <a:r>
              <a:rPr lang="en" sz="1400" dirty="0" err="1"/>
              <a:t>загружаются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ошибок</a:t>
            </a:r>
            <a:r>
              <a:rPr lang="en" sz="1400" dirty="0"/>
              <a:t>; 63 519 </a:t>
            </a:r>
            <a:r>
              <a:rPr lang="en" sz="1400" dirty="0" err="1"/>
              <a:t>адресов</a:t>
            </a:r>
            <a:r>
              <a:rPr lang="en" sz="1400" dirty="0"/>
              <a:t> </a:t>
            </a:r>
            <a:r>
              <a:rPr lang="en" sz="1400" dirty="0" err="1"/>
              <a:t>полей</a:t>
            </a:r>
            <a:r>
              <a:rPr lang="en" sz="1400" dirty="0"/>
              <a:t> </a:t>
            </a:r>
            <a:r>
              <a:rPr lang="en" sz="1400" dirty="0" err="1"/>
              <a:t>прошли</a:t>
            </a:r>
            <a:r>
              <a:rPr lang="en" sz="1400" dirty="0"/>
              <a:t> </a:t>
            </a:r>
            <a:r>
              <a:rPr lang="en" sz="1400" dirty="0" err="1"/>
              <a:t>проверку</a:t>
            </a:r>
            <a:r>
              <a:rPr lang="en" sz="1400" dirty="0"/>
              <a:t> </a:t>
            </a:r>
            <a:r>
              <a:rPr lang="en" sz="1400" dirty="0" err="1"/>
              <a:t>туда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обратно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Рекомендация</a:t>
            </a:r>
            <a:r>
              <a:rPr lang="en" sz="1400" dirty="0"/>
              <a:t> </a:t>
            </a:r>
            <a:r>
              <a:rPr lang="en" sz="1400" dirty="0" err="1"/>
              <a:t>по</a:t>
            </a:r>
            <a:r>
              <a:rPr lang="en" sz="1400" dirty="0"/>
              <a:t> </a:t>
            </a:r>
            <a:r>
              <a:rPr lang="en" sz="1400" dirty="0" err="1"/>
              <a:t>всем</a:t>
            </a:r>
            <a:r>
              <a:rPr lang="en" sz="1400" dirty="0"/>
              <a:t> 200 </a:t>
            </a:r>
            <a:r>
              <a:rPr lang="en" sz="1400" dirty="0" err="1"/>
              <a:t>компаниям</a:t>
            </a:r>
            <a:r>
              <a:rPr lang="en" sz="1400" dirty="0"/>
              <a:t> </a:t>
            </a:r>
            <a:r>
              <a:rPr lang="en" sz="1400" dirty="0" err="1"/>
              <a:t>считается</a:t>
            </a:r>
            <a:r>
              <a:rPr lang="en" sz="1400" dirty="0"/>
              <a:t> </a:t>
            </a:r>
            <a:r>
              <a:rPr lang="en" sz="1400" dirty="0" err="1"/>
              <a:t>кодом</a:t>
            </a:r>
            <a:r>
              <a:rPr lang="en" sz="1400" dirty="0"/>
              <a:t>: 91 </a:t>
            </a:r>
            <a:r>
              <a:rPr lang="en" sz="1400" dirty="0" err="1"/>
              <a:t>можно</a:t>
            </a:r>
            <a:r>
              <a:rPr lang="en" sz="1400" dirty="0"/>
              <a:t> </a:t>
            </a:r>
            <a:r>
              <a:rPr lang="en" sz="1400" dirty="0" err="1"/>
              <a:t>работать</a:t>
            </a:r>
            <a:r>
              <a:rPr lang="en" sz="1400" dirty="0"/>
              <a:t>, 77 </a:t>
            </a:r>
            <a:r>
              <a:rPr lang="en" sz="1400" dirty="0" err="1"/>
              <a:t>стоит</a:t>
            </a:r>
            <a:r>
              <a:rPr lang="en" sz="1400" dirty="0"/>
              <a:t> </a:t>
            </a:r>
            <a:r>
              <a:rPr lang="en" sz="1400" dirty="0" err="1"/>
              <a:t>проверить</a:t>
            </a:r>
            <a:r>
              <a:rPr lang="en" sz="1400" dirty="0"/>
              <a:t>, 32 </a:t>
            </a:r>
            <a:r>
              <a:rPr lang="en" sz="1400" dirty="0" err="1"/>
              <a:t>только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условиями</a:t>
            </a:r>
            <a:r>
              <a:rPr lang="en" sz="1400" dirty="0"/>
              <a:t>. </a:t>
            </a:r>
            <a:r>
              <a:rPr lang="en" sz="1400" dirty="0" err="1"/>
              <a:t>Банкрот</a:t>
            </a:r>
            <a:r>
              <a:rPr lang="en" sz="1400" dirty="0"/>
              <a:t>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зелёной</a:t>
            </a:r>
            <a:r>
              <a:rPr lang="en" sz="1400" dirty="0"/>
              <a:t> </a:t>
            </a:r>
            <a:r>
              <a:rPr lang="en" sz="1400" dirty="0" err="1"/>
              <a:t>меткой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исключение</a:t>
            </a:r>
            <a:r>
              <a:rPr lang="en" sz="1400" dirty="0"/>
              <a:t> </a:t>
            </a:r>
            <a:r>
              <a:rPr lang="en" sz="1400" dirty="0" err="1"/>
              <a:t>из</a:t>
            </a:r>
            <a:r>
              <a:rPr lang="en" sz="1400" dirty="0"/>
              <a:t> ЕГРЮЛ </a:t>
            </a:r>
            <a:r>
              <a:rPr lang="en" sz="1400" dirty="0" err="1"/>
              <a:t>ловятся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 err="1"/>
              <a:t>Первый</a:t>
            </a:r>
            <a:r>
              <a:rPr lang="en" sz="1400" dirty="0"/>
              <a:t> </a:t>
            </a:r>
            <a:r>
              <a:rPr lang="en" sz="1400" dirty="0" err="1"/>
              <a:t>живой</a:t>
            </a:r>
            <a:r>
              <a:rPr lang="en" sz="1400" dirty="0"/>
              <a:t> </a:t>
            </a:r>
            <a:r>
              <a:rPr lang="en" sz="1400" dirty="0" err="1"/>
              <a:t>прогон</a:t>
            </a:r>
            <a:r>
              <a:rPr lang="en" sz="1400" dirty="0"/>
              <a:t>: 18 </a:t>
            </a:r>
            <a:r>
              <a:rPr lang="en" sz="1400" dirty="0" err="1"/>
              <a:t>из</a:t>
            </a:r>
            <a:r>
              <a:rPr lang="en" sz="1400" dirty="0"/>
              <a:t> 18 </a:t>
            </a:r>
            <a:r>
              <a:rPr lang="en" sz="1400" dirty="0" err="1"/>
              <a:t>цитат</a:t>
            </a:r>
            <a:r>
              <a:rPr lang="en" sz="1400" dirty="0"/>
              <a:t> </a:t>
            </a:r>
            <a:r>
              <a:rPr lang="en" sz="1400" dirty="0" err="1"/>
              <a:t>подтверждены</a:t>
            </a:r>
            <a:r>
              <a:rPr lang="en" sz="1400" dirty="0"/>
              <a:t>, </a:t>
            </a:r>
            <a:r>
              <a:rPr lang="en" sz="1400" dirty="0" err="1"/>
              <a:t>полный</a:t>
            </a:r>
            <a:r>
              <a:rPr lang="en" sz="1400" dirty="0"/>
              <a:t> </a:t>
            </a:r>
            <a:r>
              <a:rPr lang="en" sz="1400" dirty="0" err="1"/>
              <a:t>ответ</a:t>
            </a:r>
            <a:r>
              <a:rPr lang="en" sz="1400" dirty="0"/>
              <a:t> </a:t>
            </a:r>
            <a:r>
              <a:rPr lang="en" sz="1400" dirty="0" err="1"/>
              <a:t>за</a:t>
            </a:r>
            <a:r>
              <a:rPr lang="en" sz="1400" dirty="0"/>
              <a:t> 34–54 </a:t>
            </a:r>
            <a:r>
              <a:rPr lang="en" sz="1400" dirty="0" err="1"/>
              <a:t>секунды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MCP-</a:t>
            </a:r>
            <a:r>
              <a:rPr lang="en" sz="1400" dirty="0" err="1"/>
              <a:t>сервер</a:t>
            </a:r>
            <a:r>
              <a:rPr lang="en" sz="1400" dirty="0"/>
              <a:t> </a:t>
            </a:r>
            <a:r>
              <a:rPr lang="en" sz="1400" dirty="0" err="1"/>
              <a:t>подключается</a:t>
            </a:r>
            <a:r>
              <a:rPr lang="en" sz="1400" dirty="0"/>
              <a:t> </a:t>
            </a:r>
            <a:r>
              <a:rPr lang="en" sz="1400" dirty="0" err="1"/>
              <a:t>к</a:t>
            </a:r>
            <a:r>
              <a:rPr lang="en" sz="1400" dirty="0"/>
              <a:t> Claude Desktop; API </a:t>
            </a:r>
            <a:r>
              <a:rPr lang="en" sz="1400" dirty="0" err="1"/>
              <a:t>с</a:t>
            </a:r>
            <a:r>
              <a:rPr lang="en" sz="1400" dirty="0"/>
              <a:t> </a:t>
            </a:r>
            <a:r>
              <a:rPr lang="en" sz="1400" dirty="0" err="1"/>
              <a:t>потоковым</a:t>
            </a:r>
            <a:r>
              <a:rPr lang="en" sz="1400" dirty="0"/>
              <a:t> </a:t>
            </a:r>
            <a:r>
              <a:rPr lang="en" sz="1400" dirty="0" err="1"/>
              <a:t>ответом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черновая</a:t>
            </a:r>
            <a:r>
              <a:rPr lang="en" sz="1400" dirty="0"/>
              <a:t> </a:t>
            </a:r>
            <a:r>
              <a:rPr lang="en" sz="1400" dirty="0" err="1"/>
              <a:t>страница</a:t>
            </a:r>
            <a:r>
              <a:rPr lang="en" sz="1400" dirty="0"/>
              <a:t> </a:t>
            </a:r>
            <a:r>
              <a:rPr lang="en" sz="1400" dirty="0" err="1"/>
              <a:t>чата</a:t>
            </a:r>
            <a:r>
              <a:rPr lang="en" sz="1400" dirty="0"/>
              <a:t> </a:t>
            </a:r>
            <a:r>
              <a:rPr lang="en" sz="1400" dirty="0" err="1"/>
              <a:t>собираются</a:t>
            </a:r>
            <a:r>
              <a:rPr lang="en" sz="1400" dirty="0"/>
              <a:t> </a:t>
            </a:r>
            <a:r>
              <a:rPr lang="en" sz="1400" dirty="0" err="1"/>
              <a:t>в</a:t>
            </a:r>
            <a:r>
              <a:rPr lang="en" sz="1400" dirty="0"/>
              <a:t> Docker</a:t>
            </a:r>
            <a:endParaRPr dirty="0"/>
          </a:p>
          <a:p>
            <a:pPr marL="457200" lvl="0" indent="-3873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" sz="1400" dirty="0"/>
              <a:t>166 </a:t>
            </a:r>
            <a:r>
              <a:rPr lang="en" sz="1400" dirty="0" err="1"/>
              <a:t>автотестов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сети</a:t>
            </a:r>
            <a:r>
              <a:rPr lang="en" sz="1400" dirty="0"/>
              <a:t> </a:t>
            </a:r>
            <a:r>
              <a:rPr lang="en" sz="1400" dirty="0" err="1"/>
              <a:t>и</a:t>
            </a:r>
            <a:r>
              <a:rPr lang="en" sz="1400" dirty="0"/>
              <a:t> </a:t>
            </a:r>
            <a:r>
              <a:rPr lang="en" sz="1400" dirty="0" err="1"/>
              <a:t>без</a:t>
            </a:r>
            <a:r>
              <a:rPr lang="en" sz="1400" dirty="0"/>
              <a:t> </a:t>
            </a:r>
            <a:r>
              <a:rPr lang="en" sz="1400" dirty="0" err="1"/>
              <a:t>модели</a:t>
            </a:r>
            <a:r>
              <a:rPr lang="en" sz="1400" dirty="0"/>
              <a:t>; </a:t>
            </a:r>
            <a:r>
              <a:rPr lang="en" sz="1400" dirty="0" err="1"/>
              <a:t>модель</a:t>
            </a:r>
            <a:r>
              <a:rPr lang="en" sz="1400" dirty="0"/>
              <a:t> </a:t>
            </a:r>
            <a:r>
              <a:rPr lang="en" sz="1400" dirty="0" err="1"/>
              <a:t>меняется</a:t>
            </a:r>
            <a:r>
              <a:rPr lang="en" sz="1400" dirty="0"/>
              <a:t> </a:t>
            </a:r>
            <a:r>
              <a:rPr lang="en" sz="1400" dirty="0" err="1"/>
              <a:t>одной</a:t>
            </a:r>
            <a:r>
              <a:rPr lang="en" sz="1400" dirty="0"/>
              <a:t> </a:t>
            </a:r>
            <a:r>
              <a:rPr lang="en" sz="1400" dirty="0" err="1"/>
              <a:t>строкой</a:t>
            </a:r>
            <a:r>
              <a:rPr lang="en" sz="1400" dirty="0"/>
              <a:t> </a:t>
            </a:r>
            <a:r>
              <a:rPr lang="en" sz="1400" dirty="0" err="1"/>
              <a:t>конфига</a:t>
            </a:r>
            <a:r>
              <a:rPr lang="en" sz="1400" dirty="0"/>
              <a:t>, </a:t>
            </a:r>
            <a:r>
              <a:rPr lang="en" sz="1400" dirty="0" err="1"/>
              <a:t>проверено</a:t>
            </a:r>
            <a:r>
              <a:rPr lang="en" sz="1400" dirty="0"/>
              <a:t> </a:t>
            </a:r>
            <a:r>
              <a:rPr lang="en" sz="1400" dirty="0" err="1"/>
              <a:t>на</a:t>
            </a:r>
            <a:r>
              <a:rPr lang="en" sz="1400" dirty="0"/>
              <a:t> </a:t>
            </a:r>
            <a:r>
              <a:rPr lang="en" sz="1400" dirty="0" err="1"/>
              <a:t>трёх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"/>
          <p:cNvSpPr txBox="1">
            <a:spLocks noGrp="1"/>
          </p:cNvSpPr>
          <p:nvPr>
            <p:ph type="title"/>
          </p:nvPr>
        </p:nvSpPr>
        <p:spPr>
          <a:xfrm>
            <a:off x="1437263" y="520450"/>
            <a:ext cx="9317400" cy="8721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Эталон: 50 вопросов.</a:t>
            </a:r>
            <a:endParaRPr/>
          </a:p>
        </p:txBody>
      </p:sp>
      <p:sp>
        <p:nvSpPr>
          <p:cNvPr id="911" name="Google Shape;911;p31"/>
          <p:cNvSpPr txBox="1">
            <a:spLocks noGrp="1"/>
          </p:cNvSpPr>
          <p:nvPr>
            <p:ph type="subTitle" idx="1"/>
          </p:nvPr>
        </p:nvSpPr>
        <p:spPr>
          <a:xfrm>
            <a:off x="1437343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Подтверждённые ответы</a:t>
            </a: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body" idx="2"/>
          </p:nvPr>
        </p:nvSpPr>
        <p:spPr>
          <a:xfrm>
            <a:off x="1437384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Ответ засчитан, если каждая цитата сходится с полем отчёта и судья ставит не ниже 4 из 5. Цель: не ниже 80 %.</a:t>
            </a:r>
            <a:endParaRPr/>
          </a:p>
        </p:txBody>
      </p:sp>
      <p:sp>
        <p:nvSpPr>
          <p:cNvPr id="913" name="Google Shape;913;p31"/>
          <p:cNvSpPr txBox="1">
            <a:spLocks noGrp="1"/>
          </p:cNvSpPr>
          <p:nvPr>
            <p:ph type="subTitle" idx="3"/>
          </p:nvPr>
        </p:nvSpPr>
        <p:spPr>
          <a:xfrm>
            <a:off x="6262779" y="1781550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Корректные отказы</a:t>
            </a:r>
            <a:endParaRPr/>
          </a:p>
        </p:txBody>
      </p:sp>
      <p:sp>
        <p:nvSpPr>
          <p:cNvPr id="914" name="Google Shape;914;p31"/>
          <p:cNvSpPr txBox="1">
            <a:spLocks noGrp="1"/>
          </p:cNvSpPr>
          <p:nvPr>
            <p:ph type="body" idx="4"/>
          </p:nvPr>
        </p:nvSpPr>
        <p:spPr>
          <a:xfrm>
            <a:off x="6262827" y="2498405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Вопросы, ответа на которые в отчёте нет. Агент должен сказать это, а не угадать. Цель: не ниже 90 %.</a:t>
            </a:r>
            <a:endParaRPr/>
          </a:p>
        </p:txBody>
      </p:sp>
      <p:sp>
        <p:nvSpPr>
          <p:cNvPr id="915" name="Google Shape;915;p31"/>
          <p:cNvSpPr txBox="1">
            <a:spLocks noGrp="1"/>
          </p:cNvSpPr>
          <p:nvPr>
            <p:ph type="subTitle" idx="5"/>
          </p:nvPr>
        </p:nvSpPr>
        <p:spPr>
          <a:xfrm>
            <a:off x="1437250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Галлюцинации</a:t>
            </a:r>
            <a:endParaRPr dirty="0"/>
          </a:p>
        </p:txBody>
      </p:sp>
      <p:sp>
        <p:nvSpPr>
          <p:cNvPr id="916" name="Google Shape;916;p31"/>
          <p:cNvSpPr txBox="1">
            <a:spLocks noGrp="1"/>
          </p:cNvSpPr>
          <p:nvPr>
            <p:ph type="body" idx="6"/>
          </p:nvPr>
        </p:nvSpPr>
        <p:spPr>
          <a:xfrm>
            <a:off x="1437306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 dirty="0" err="1"/>
              <a:t>Несуществующее</a:t>
            </a:r>
            <a:r>
              <a:rPr lang="en" sz="1400" dirty="0"/>
              <a:t> </a:t>
            </a:r>
            <a:r>
              <a:rPr lang="en" sz="1400" dirty="0" err="1"/>
              <a:t>поле</a:t>
            </a:r>
            <a:r>
              <a:rPr lang="en" sz="1400" dirty="0"/>
              <a:t>, </a:t>
            </a:r>
            <a:r>
              <a:rPr lang="en" sz="1400" dirty="0" err="1"/>
              <a:t>не</a:t>
            </a:r>
            <a:r>
              <a:rPr lang="en" sz="1400" dirty="0"/>
              <a:t> </a:t>
            </a:r>
            <a:r>
              <a:rPr lang="en" sz="1400" dirty="0" err="1"/>
              <a:t>то</a:t>
            </a:r>
            <a:r>
              <a:rPr lang="en" sz="1400" dirty="0"/>
              <a:t> </a:t>
            </a:r>
            <a:r>
              <a:rPr lang="en" sz="1400" dirty="0" err="1"/>
              <a:t>число</a:t>
            </a:r>
            <a:r>
              <a:rPr lang="en" sz="1400" dirty="0"/>
              <a:t>, </a:t>
            </a:r>
            <a:r>
              <a:rPr lang="en" sz="1400" dirty="0" err="1"/>
              <a:t>факт</a:t>
            </a:r>
            <a:r>
              <a:rPr lang="en" sz="1400" dirty="0"/>
              <a:t> </a:t>
            </a:r>
            <a:r>
              <a:rPr lang="en" sz="1400" dirty="0" err="1"/>
              <a:t>не</a:t>
            </a:r>
            <a:r>
              <a:rPr lang="en" sz="1400" dirty="0"/>
              <a:t> </a:t>
            </a:r>
            <a:r>
              <a:rPr lang="en" sz="1400" dirty="0" err="1"/>
              <a:t>из</a:t>
            </a:r>
            <a:r>
              <a:rPr lang="en" sz="1400" dirty="0"/>
              <a:t> </a:t>
            </a:r>
            <a:r>
              <a:rPr lang="en" sz="1400" dirty="0" err="1"/>
              <a:t>отчёта</a:t>
            </a:r>
            <a:r>
              <a:rPr lang="en" sz="1400" dirty="0"/>
              <a:t>. </a:t>
            </a:r>
            <a:r>
              <a:rPr lang="en" sz="1400" dirty="0" err="1"/>
              <a:t>Цель</a:t>
            </a:r>
            <a:r>
              <a:rPr lang="en" sz="1400" dirty="0"/>
              <a:t>: </a:t>
            </a:r>
            <a:r>
              <a:rPr lang="en" sz="1400" dirty="0" err="1"/>
              <a:t>ноль</a:t>
            </a:r>
            <a:r>
              <a:rPr lang="en" sz="1400" dirty="0"/>
              <a:t>.</a:t>
            </a:r>
            <a:endParaRPr dirty="0"/>
          </a:p>
        </p:txBody>
      </p:sp>
      <p:sp>
        <p:nvSpPr>
          <p:cNvPr id="917" name="Google Shape;917;p31"/>
          <p:cNvSpPr txBox="1">
            <a:spLocks noGrp="1"/>
          </p:cNvSpPr>
          <p:nvPr>
            <p:ph type="body" idx="7"/>
          </p:nvPr>
        </p:nvSpPr>
        <p:spPr>
          <a:xfrm>
            <a:off x="6262750" y="4811152"/>
            <a:ext cx="4491900" cy="1297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400"/>
              <a:t>Банкротство, блокировка счетов, активные производства не названы в карточке. Цель: ноль.</a:t>
            </a:r>
            <a:endParaRPr/>
          </a:p>
        </p:txBody>
      </p:sp>
      <p:sp>
        <p:nvSpPr>
          <p:cNvPr id="918" name="Google Shape;918;p31"/>
          <p:cNvSpPr txBox="1">
            <a:spLocks noGrp="1"/>
          </p:cNvSpPr>
          <p:nvPr>
            <p:ph type="subTitle" idx="8"/>
          </p:nvPr>
        </p:nvSpPr>
        <p:spPr>
          <a:xfrm>
            <a:off x="6262702" y="4094296"/>
            <a:ext cx="4491900" cy="71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25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Пропуски критичных фактов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29"/>
          <p:cNvSpPr txBox="1">
            <a:spLocks noGrp="1"/>
          </p:cNvSpPr>
          <p:nvPr>
            <p:ph type="title"/>
          </p:nvPr>
        </p:nvSpPr>
        <p:spPr>
          <a:xfrm>
            <a:off x="487238" y="1136950"/>
            <a:ext cx="10145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Аналоги </a:t>
            </a:r>
            <a:r>
              <a:rPr lang="en">
                <a:solidFill>
                  <a:schemeClr val="accent2"/>
                </a:solidFill>
              </a:rPr>
              <a:t>и наше отличие.</a:t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897" name="Google Shape;897;p29"/>
          <p:cNvSpPr txBox="1">
            <a:spLocks noGrp="1"/>
          </p:cNvSpPr>
          <p:nvPr>
            <p:ph type="body" idx="1"/>
          </p:nvPr>
        </p:nvSpPr>
        <p:spPr>
          <a:xfrm>
            <a:off x="487250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ИИ-ассистент уже есть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Контур.Фокус с ноября 2025 года, там же сравнение до пяти контрагентов. СПАРК с апреля 2026. Dun &amp; Bradstreet за рубежом. Все платные, для юрлиц и профессиональных пользователей: от 30 до 65 тысяч рублей в год.</a:t>
            </a:r>
            <a:endParaRPr sz="2000"/>
          </a:p>
        </p:txBody>
      </p:sp>
      <p:sp>
        <p:nvSpPr>
          <p:cNvPr id="898" name="Google Shape;898;p29"/>
          <p:cNvSpPr txBox="1">
            <a:spLocks noGrp="1"/>
          </p:cNvSpPr>
          <p:nvPr>
            <p:ph type="body" idx="2"/>
          </p:nvPr>
        </p:nvSpPr>
        <p:spPr>
          <a:xfrm>
            <a:off x="5870225" y="2385022"/>
            <a:ext cx="4762800" cy="3345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/>
              <a:t>ИИ пока нет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У банков (Альфа, ВТБ, Точка) отчёт и светофор без ассистента; Сбер анонсировал своего на осень. Массовые сервисы Rusprofile, Saby и ЗаЧестныйБизнес показывают индексы надёжности. Наше отличие: ассистент внутри банковского продукта для малого бизнеса, под каждым выводом ссылка на поле отчёта и честный отказ, когда данных нет.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8"/>
          <p:cNvSpPr txBox="1">
            <a:spLocks noGrp="1"/>
          </p:cNvSpPr>
          <p:nvPr>
            <p:ph type="title"/>
          </p:nvPr>
        </p:nvSpPr>
        <p:spPr>
          <a:xfrm>
            <a:off x="507750" y="613663"/>
            <a:ext cx="111765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План до Demo Day.</a:t>
            </a:r>
            <a:endParaRPr/>
          </a:p>
        </p:txBody>
      </p:sp>
      <p:sp>
        <p:nvSpPr>
          <p:cNvPr id="1079" name="Google Shape;1079;p38"/>
          <p:cNvSpPr txBox="1">
            <a:spLocks noGrp="1"/>
          </p:cNvSpPr>
          <p:nvPr>
            <p:ph type="body" idx="1"/>
          </p:nvPr>
        </p:nvSpPr>
        <p:spPr>
          <a:xfrm>
            <a:off x="507750" y="3972503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показываем первый экран заказчику: три сценария на решение</a:t>
            </a:r>
            <a:endParaRPr/>
          </a:p>
        </p:txBody>
      </p:sp>
      <p:sp>
        <p:nvSpPr>
          <p:cNvPr id="1080" name="Google Shape;1080;p38"/>
          <p:cNvSpPr txBox="1">
            <a:spLocks noGrp="1"/>
          </p:cNvSpPr>
          <p:nvPr>
            <p:ph type="body" idx="3"/>
          </p:nvPr>
        </p:nvSpPr>
        <p:spPr>
          <a:xfrm>
            <a:off x="2757261" y="397250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две модели, три повтора, разброс между прогонами считаем отдельно</a:t>
            </a:r>
            <a:endParaRPr/>
          </a:p>
        </p:txBody>
      </p:sp>
      <p:sp>
        <p:nvSpPr>
          <p:cNvPr id="1081" name="Google Shape;1081;p38"/>
          <p:cNvSpPr txBox="1">
            <a:spLocks noGrp="1"/>
          </p:cNvSpPr>
          <p:nvPr>
            <p:ph type="body" idx="5"/>
          </p:nvPr>
        </p:nvSpPr>
        <p:spPr>
          <a:xfrm>
            <a:off x="5006772" y="3972517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сравнение нескольких контрагентов в интерфейсе, правки по отзывам</a:t>
            </a:r>
            <a:endParaRPr/>
          </a:p>
        </p:txBody>
      </p:sp>
      <p:sp>
        <p:nvSpPr>
          <p:cNvPr id="1082" name="Google Shape;1082;p38"/>
          <p:cNvSpPr txBox="1">
            <a:spLocks noGrp="1"/>
          </p:cNvSpPr>
          <p:nvPr>
            <p:ph type="body" idx="7"/>
          </p:nvPr>
        </p:nvSpPr>
        <p:spPr>
          <a:xfrm>
            <a:off x="7256283" y="3972525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финальные презентация, описание и код в Talent Track</a:t>
            </a:r>
            <a:endParaRPr/>
          </a:p>
        </p:txBody>
      </p:sp>
      <p:sp>
        <p:nvSpPr>
          <p:cNvPr id="1083" name="Google Shape;1083;p38"/>
          <p:cNvSpPr txBox="1">
            <a:spLocks noGrp="1"/>
          </p:cNvSpPr>
          <p:nvPr>
            <p:ph type="body" idx="9"/>
          </p:nvPr>
        </p:nvSpPr>
        <p:spPr>
          <a:xfrm>
            <a:off x="9505794" y="3972491"/>
            <a:ext cx="2243700" cy="885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70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питч на семь минут и живое демо</a:t>
            </a:r>
            <a:endParaRPr/>
          </a:p>
        </p:txBody>
      </p:sp>
      <p:cxnSp>
        <p:nvCxnSpPr>
          <p:cNvPr id="1084" name="Google Shape;1084;p38"/>
          <p:cNvCxnSpPr/>
          <p:nvPr/>
        </p:nvCxnSpPr>
        <p:spPr>
          <a:xfrm>
            <a:off x="278550" y="3057463"/>
            <a:ext cx="11634900" cy="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5" name="Google Shape;1085;p38"/>
          <p:cNvSpPr txBox="1">
            <a:spLocks noGrp="1"/>
          </p:cNvSpPr>
          <p:nvPr>
            <p:ph type="subTitle" idx="2"/>
          </p:nvPr>
        </p:nvSpPr>
        <p:spPr>
          <a:xfrm>
            <a:off x="507750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4.09</a:t>
            </a:r>
            <a:endParaRPr/>
          </a:p>
        </p:txBody>
      </p:sp>
      <p:sp>
        <p:nvSpPr>
          <p:cNvPr id="1086" name="Google Shape;1086;p38"/>
          <p:cNvSpPr txBox="1">
            <a:spLocks noGrp="1"/>
          </p:cNvSpPr>
          <p:nvPr>
            <p:ph type="subTitle" idx="4"/>
          </p:nvPr>
        </p:nvSpPr>
        <p:spPr>
          <a:xfrm>
            <a:off x="2773538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5.09</a:t>
            </a:r>
            <a:endParaRPr/>
          </a:p>
        </p:txBody>
      </p:sp>
      <p:sp>
        <p:nvSpPr>
          <p:cNvPr id="1087" name="Google Shape;1087;p38"/>
          <p:cNvSpPr txBox="1">
            <a:spLocks noGrp="1"/>
          </p:cNvSpPr>
          <p:nvPr>
            <p:ph type="subTitle" idx="6"/>
          </p:nvPr>
        </p:nvSpPr>
        <p:spPr>
          <a:xfrm>
            <a:off x="5039326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6.09</a:t>
            </a:r>
            <a:endParaRPr/>
          </a:p>
        </p:txBody>
      </p:sp>
      <p:sp>
        <p:nvSpPr>
          <p:cNvPr id="1088" name="Google Shape;1088;p38"/>
          <p:cNvSpPr txBox="1">
            <a:spLocks noGrp="1"/>
          </p:cNvSpPr>
          <p:nvPr>
            <p:ph type="subTitle" idx="8"/>
          </p:nvPr>
        </p:nvSpPr>
        <p:spPr>
          <a:xfrm>
            <a:off x="7305113" y="2012575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7.09</a:t>
            </a:r>
            <a:endParaRPr/>
          </a:p>
        </p:txBody>
      </p:sp>
      <p:sp>
        <p:nvSpPr>
          <p:cNvPr id="1089" name="Google Shape;1089;p38"/>
          <p:cNvSpPr txBox="1">
            <a:spLocks noGrp="1"/>
          </p:cNvSpPr>
          <p:nvPr>
            <p:ph type="subTitle" idx="13"/>
          </p:nvPr>
        </p:nvSpPr>
        <p:spPr>
          <a:xfrm>
            <a:off x="9570901" y="2012550"/>
            <a:ext cx="2113500" cy="615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2800"/>
              <a:t>7.09</a:t>
            </a:r>
            <a:endParaRPr/>
          </a:p>
        </p:txBody>
      </p:sp>
      <p:sp>
        <p:nvSpPr>
          <p:cNvPr id="1090" name="Google Shape;1090;p38"/>
          <p:cNvSpPr txBox="1">
            <a:spLocks noGrp="1"/>
          </p:cNvSpPr>
          <p:nvPr>
            <p:ph type="subTitle" idx="14"/>
          </p:nvPr>
        </p:nvSpPr>
        <p:spPr>
          <a:xfrm>
            <a:off x="507750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Чекпоинт, 15:00</a:t>
            </a:r>
            <a:endParaRPr/>
          </a:p>
        </p:txBody>
      </p:sp>
      <p:sp>
        <p:nvSpPr>
          <p:cNvPr id="1091" name="Google Shape;1091;p38"/>
          <p:cNvSpPr txBox="1">
            <a:spLocks noGrp="1"/>
          </p:cNvSpPr>
          <p:nvPr>
            <p:ph type="subTitle" idx="15"/>
          </p:nvPr>
        </p:nvSpPr>
        <p:spPr>
          <a:xfrm>
            <a:off x="2757261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Прогоны эталона</a:t>
            </a:r>
            <a:endParaRPr/>
          </a:p>
        </p:txBody>
      </p:sp>
      <p:sp>
        <p:nvSpPr>
          <p:cNvPr id="1092" name="Google Shape;1092;p38"/>
          <p:cNvSpPr txBox="1">
            <a:spLocks noGrp="1"/>
          </p:cNvSpPr>
          <p:nvPr>
            <p:ph type="subTitle" idx="16"/>
          </p:nvPr>
        </p:nvSpPr>
        <p:spPr>
          <a:xfrm>
            <a:off x="5006771" y="3518013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400"/>
              <a:t>Peer review</a:t>
            </a:r>
            <a:endParaRPr/>
          </a:p>
        </p:txBody>
      </p:sp>
      <p:sp>
        <p:nvSpPr>
          <p:cNvPr id="1093" name="Google Shape;1093;p38"/>
          <p:cNvSpPr txBox="1">
            <a:spLocks noGrp="1"/>
          </p:cNvSpPr>
          <p:nvPr>
            <p:ph type="subTitle" idx="17"/>
          </p:nvPr>
        </p:nvSpPr>
        <p:spPr>
          <a:xfrm>
            <a:off x="7256282" y="3518000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Артефакты, 10:00</a:t>
            </a:r>
            <a:endParaRPr/>
          </a:p>
        </p:txBody>
      </p:sp>
      <p:sp>
        <p:nvSpPr>
          <p:cNvPr id="1094" name="Google Shape;1094;p38"/>
          <p:cNvSpPr txBox="1">
            <a:spLocks noGrp="1"/>
          </p:cNvSpPr>
          <p:nvPr>
            <p:ph type="subTitle" idx="18"/>
          </p:nvPr>
        </p:nvSpPr>
        <p:spPr>
          <a:xfrm>
            <a:off x="9505793" y="3517988"/>
            <a:ext cx="2243700" cy="530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 sz="1400"/>
              <a:t>Demo Day, 12:00</a:t>
            </a:r>
            <a:endParaRPr/>
          </a:p>
        </p:txBody>
      </p:sp>
      <p:cxnSp>
        <p:nvCxnSpPr>
          <p:cNvPr id="1095" name="Google Shape;1095;p38"/>
          <p:cNvCxnSpPr/>
          <p:nvPr/>
        </p:nvCxnSpPr>
        <p:spPr>
          <a:xfrm rot="10800000">
            <a:off x="162960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6" name="Google Shape;1096;p38"/>
          <p:cNvCxnSpPr/>
          <p:nvPr/>
        </p:nvCxnSpPr>
        <p:spPr>
          <a:xfrm rot="10800000">
            <a:off x="3879113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38"/>
          <p:cNvCxnSpPr/>
          <p:nvPr/>
        </p:nvCxnSpPr>
        <p:spPr>
          <a:xfrm rot="10800000">
            <a:off x="6128625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8" name="Google Shape;1098;p38"/>
          <p:cNvCxnSpPr/>
          <p:nvPr/>
        </p:nvCxnSpPr>
        <p:spPr>
          <a:xfrm rot="10800000">
            <a:off x="8378138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9" name="Google Shape;1099;p38"/>
          <p:cNvCxnSpPr/>
          <p:nvPr/>
        </p:nvCxnSpPr>
        <p:spPr>
          <a:xfrm rot="10800000">
            <a:off x="10627650" y="2740975"/>
            <a:ext cx="0" cy="663900"/>
          </a:xfrm>
          <a:prstGeom prst="straightConnector1">
            <a:avLst/>
          </a:prstGeom>
          <a:noFill/>
          <a:ln w="28575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36"/>
          <p:cNvSpPr/>
          <p:nvPr/>
        </p:nvSpPr>
        <p:spPr>
          <a:xfrm>
            <a:off x="435480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36"/>
          <p:cNvSpPr/>
          <p:nvPr/>
        </p:nvSpPr>
        <p:spPr>
          <a:xfrm>
            <a:off x="79426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36"/>
          <p:cNvSpPr/>
          <p:nvPr/>
        </p:nvSpPr>
        <p:spPr>
          <a:xfrm>
            <a:off x="766950" y="1687475"/>
            <a:ext cx="3482400" cy="4423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36"/>
          <p:cNvSpPr txBox="1">
            <a:spLocks noGrp="1"/>
          </p:cNvSpPr>
          <p:nvPr>
            <p:ph type="title"/>
          </p:nvPr>
        </p:nvSpPr>
        <p:spPr>
          <a:xfrm>
            <a:off x="766950" y="679800"/>
            <a:ext cx="106581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Команда.</a:t>
            </a:r>
            <a:endParaRPr/>
          </a:p>
        </p:txBody>
      </p:sp>
      <p:sp>
        <p:nvSpPr>
          <p:cNvPr id="1051" name="Google Shape;1051;p36"/>
          <p:cNvSpPr txBox="1">
            <a:spLocks noGrp="1"/>
          </p:cNvSpPr>
          <p:nvPr>
            <p:ph type="body" idx="1"/>
          </p:nvPr>
        </p:nvSpPr>
        <p:spPr>
          <a:xfrm>
            <a:off x="9345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Hustler. Продукт: пользователь и проблема, гипотеза, границы MVP, метрики, продуктовые материалы.</a:t>
            </a:r>
            <a:endParaRPr sz="2000"/>
          </a:p>
        </p:txBody>
      </p:sp>
      <p:sp>
        <p:nvSpPr>
          <p:cNvPr id="1052" name="Google Shape;1052;p36"/>
          <p:cNvSpPr txBox="1">
            <a:spLocks noGrp="1"/>
          </p:cNvSpPr>
          <p:nvPr>
            <p:ph type="subTitle" idx="2"/>
          </p:nvPr>
        </p:nvSpPr>
        <p:spPr>
          <a:xfrm>
            <a:off x="9345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Владимир Тимошенко</a:t>
            </a:r>
            <a:endParaRPr/>
          </a:p>
        </p:txBody>
      </p:sp>
      <p:sp>
        <p:nvSpPr>
          <p:cNvPr id="1053" name="Google Shape;1053;p36"/>
          <p:cNvSpPr txBox="1">
            <a:spLocks noGrp="1"/>
          </p:cNvSpPr>
          <p:nvPr>
            <p:ph type="body" idx="3"/>
          </p:nvPr>
        </p:nvSpPr>
        <p:spPr>
          <a:xfrm>
            <a:off x="4522350" y="3451375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Hipster. Пользовательский опыт и интерфейс, разбор данных, критерии оценки агента, аналоги.</a:t>
            </a:r>
            <a:endParaRPr sz="2000"/>
          </a:p>
        </p:txBody>
      </p:sp>
      <p:sp>
        <p:nvSpPr>
          <p:cNvPr id="1054" name="Google Shape;1054;p36"/>
          <p:cNvSpPr txBox="1">
            <a:spLocks noGrp="1"/>
          </p:cNvSpPr>
          <p:nvPr>
            <p:ph type="subTitle" idx="4"/>
          </p:nvPr>
        </p:nvSpPr>
        <p:spPr>
          <a:xfrm>
            <a:off x="4522350" y="1924289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Владимир Линьков</a:t>
            </a:r>
            <a:endParaRPr/>
          </a:p>
        </p:txBody>
      </p:sp>
      <p:sp>
        <p:nvSpPr>
          <p:cNvPr id="1055" name="Google Shape;1055;p36"/>
          <p:cNvSpPr txBox="1">
            <a:spLocks noGrp="1"/>
          </p:cNvSpPr>
          <p:nvPr>
            <p:ph type="body" idx="5"/>
          </p:nvPr>
        </p:nvSpPr>
        <p:spPr>
          <a:xfrm>
            <a:off x="8110200" y="3451362"/>
            <a:ext cx="3147300" cy="24231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500"/>
              <a:t>Hacker. Код: данные, риск-сигналы, MCP-сервер, агент на LangGraph, API, тесты.</a:t>
            </a:r>
            <a:endParaRPr sz="2000"/>
          </a:p>
        </p:txBody>
      </p:sp>
      <p:sp>
        <p:nvSpPr>
          <p:cNvPr id="1056" name="Google Shape;1056;p36"/>
          <p:cNvSpPr txBox="1">
            <a:spLocks noGrp="1"/>
          </p:cNvSpPr>
          <p:nvPr>
            <p:ph type="subTitle" idx="6"/>
          </p:nvPr>
        </p:nvSpPr>
        <p:spPr>
          <a:xfrm>
            <a:off x="8110200" y="1924277"/>
            <a:ext cx="3147300" cy="1527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Алан Толпаров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41"/>
          <p:cNvSpPr txBox="1">
            <a:spLocks noGrp="1"/>
          </p:cNvSpPr>
          <p:nvPr>
            <p:ph type="title"/>
          </p:nvPr>
        </p:nvSpPr>
        <p:spPr>
          <a:xfrm>
            <a:off x="4985747" y="1733250"/>
            <a:ext cx="6200700" cy="1157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СПАСИБО!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sMania Template">
  <a:themeElements>
    <a:clrScheme name="Simple Light">
      <a:dk1>
        <a:srgbClr val="1F5CB6"/>
      </a:dk1>
      <a:lt1>
        <a:srgbClr val="FFFFFF"/>
      </a:lt1>
      <a:dk2>
        <a:srgbClr val="000000"/>
      </a:dk2>
      <a:lt2>
        <a:srgbClr val="EEEEEE"/>
      </a:lt2>
      <a:accent1>
        <a:srgbClr val="205AB9"/>
      </a:accent1>
      <a:accent2>
        <a:srgbClr val="F25757"/>
      </a:accent2>
      <a:accent3>
        <a:srgbClr val="205AB9"/>
      </a:accent3>
      <a:accent4>
        <a:srgbClr val="F25757"/>
      </a:accent4>
      <a:accent5>
        <a:srgbClr val="211B51"/>
      </a:accent5>
      <a:accent6>
        <a:srgbClr val="BCBCBC"/>
      </a:accent6>
      <a:hlink>
        <a:srgbClr val="14386F"/>
      </a:hlink>
      <a:folHlink>
        <a:srgbClr val="0097A7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915</Words>
  <Application>Microsoft Macintosh PowerPoint</Application>
  <PresentationFormat>Широкоэкранный</PresentationFormat>
  <Paragraphs>81</Paragraphs>
  <Slides>12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Didact Gothic</vt:lpstr>
      <vt:lpstr>Homemade Apple</vt:lpstr>
      <vt:lpstr>Lexend Deca</vt:lpstr>
      <vt:lpstr>Montserrat</vt:lpstr>
      <vt:lpstr>Poppins</vt:lpstr>
      <vt:lpstr>SlidesMania Template</vt:lpstr>
      <vt:lpstr>Агент для проверки контрагента.</vt:lpstr>
      <vt:lpstr>Пользователь и проблема.</vt:lpstr>
      <vt:lpstr>6 из 200</vt:lpstr>
      <vt:lpstr>Что делает агент.</vt:lpstr>
      <vt:lpstr>Пример: ООО «МАКСМАРКЕТ».</vt:lpstr>
      <vt:lpstr>Как устроено: пять слоёв.</vt:lpstr>
      <vt:lpstr>Что работает на 3 сентября.</vt:lpstr>
      <vt:lpstr>Эталон качества: 50 вопросов, 12 карточек.</vt:lpstr>
      <vt:lpstr>Аналоги и наше отличие.</vt:lpstr>
      <vt:lpstr>План до Demo Day.</vt:lpstr>
      <vt:lpstr>Команда.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Вова Линьков</cp:lastModifiedBy>
  <cp:revision>3</cp:revision>
  <dcterms:modified xsi:type="dcterms:W3CDTF">2026-09-03T20:56:01Z</dcterms:modified>
</cp:coreProperties>
</file>